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0"/>
    <a:srgbClr val="FBB031"/>
    <a:srgbClr val="E32726"/>
    <a:srgbClr val="D60057"/>
    <a:srgbClr val="8B857B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1F158-3CCA-4DF6-8FB5-3C7ED8828013}" v="8" dt="2026-09-04T20:49:16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47"/>
  </p:normalViewPr>
  <p:slideViewPr>
    <p:cSldViewPr snapToGrid="0" snapToObjects="1" showGuides="1">
      <p:cViewPr varScale="1">
        <p:scale>
          <a:sx n="78" d="100"/>
          <a:sy n="78" d="100"/>
        </p:scale>
        <p:origin x="835" y="62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T Luterbach" userId="3048d31a-62ea-4be1-a925-e35e9ebb4975" providerId="ADAL" clId="{D6EBE37B-5717-4E6C-9FB0-25F33ECCBC2C}"/>
    <pc:docChg chg="undo custSel addSld modSld sldOrd">
      <pc:chgData name="JT Luterbach" userId="3048d31a-62ea-4be1-a925-e35e9ebb4975" providerId="ADAL" clId="{D6EBE37B-5717-4E6C-9FB0-25F33ECCBC2C}" dt="2026-09-04T20:58:02.539" v="848" actId="20577"/>
      <pc:docMkLst>
        <pc:docMk/>
      </pc:docMkLst>
      <pc:sldChg chg="addSp modSp mod">
        <pc:chgData name="JT Luterbach" userId="3048d31a-62ea-4be1-a925-e35e9ebb4975" providerId="ADAL" clId="{D6EBE37B-5717-4E6C-9FB0-25F33ECCBC2C}" dt="2026-09-04T20:53:58.513" v="844" actId="5793"/>
        <pc:sldMkLst>
          <pc:docMk/>
          <pc:sldMk cId="14210611" sldId="257"/>
        </pc:sldMkLst>
        <pc:spChg chg="mod">
          <ac:chgData name="JT Luterbach" userId="3048d31a-62ea-4be1-a925-e35e9ebb4975" providerId="ADAL" clId="{D6EBE37B-5717-4E6C-9FB0-25F33ECCBC2C}" dt="2026-09-04T20:53:58.513" v="844" actId="5793"/>
          <ac:spMkLst>
            <pc:docMk/>
            <pc:sldMk cId="14210611" sldId="257"/>
            <ac:spMk id="3" creationId="{5480ABD6-B0BD-B94F-9DA7-56F8E322B8EC}"/>
          </ac:spMkLst>
        </pc:spChg>
        <pc:picChg chg="add">
          <ac:chgData name="JT Luterbach" userId="3048d31a-62ea-4be1-a925-e35e9ebb4975" providerId="ADAL" clId="{D6EBE37B-5717-4E6C-9FB0-25F33ECCBC2C}" dt="2026-09-02T17:51:54.402" v="1"/>
          <ac:picMkLst>
            <pc:docMk/>
            <pc:sldMk cId="14210611" sldId="257"/>
            <ac:picMk id="5" creationId="{DBF323AD-E1D8-5412-B2BA-6C2BC78BA19C}"/>
          </ac:picMkLst>
        </pc:picChg>
        <pc:picChg chg="add">
          <ac:chgData name="JT Luterbach" userId="3048d31a-62ea-4be1-a925-e35e9ebb4975" providerId="ADAL" clId="{D6EBE37B-5717-4E6C-9FB0-25F33ECCBC2C}" dt="2026-09-02T17:53:04.708" v="2"/>
          <ac:picMkLst>
            <pc:docMk/>
            <pc:sldMk cId="14210611" sldId="257"/>
            <ac:picMk id="6" creationId="{3F0FF81B-8E48-3C0A-1D79-71B7ED7D7931}"/>
          </ac:picMkLst>
        </pc:picChg>
        <pc:picChg chg="add">
          <ac:chgData name="JT Luterbach" userId="3048d31a-62ea-4be1-a925-e35e9ebb4975" providerId="ADAL" clId="{D6EBE37B-5717-4E6C-9FB0-25F33ECCBC2C}" dt="2026-09-02T17:53:38.001" v="3"/>
          <ac:picMkLst>
            <pc:docMk/>
            <pc:sldMk cId="14210611" sldId="257"/>
            <ac:picMk id="7" creationId="{48FCD441-8881-E1E5-458A-977D88A10406}"/>
          </ac:picMkLst>
        </pc:picChg>
      </pc:sldChg>
      <pc:sldChg chg="modSp mod">
        <pc:chgData name="JT Luterbach" userId="3048d31a-62ea-4be1-a925-e35e9ebb4975" providerId="ADAL" clId="{D6EBE37B-5717-4E6C-9FB0-25F33ECCBC2C}" dt="2026-09-04T20:54:05.018" v="845" actId="5793"/>
        <pc:sldMkLst>
          <pc:docMk/>
          <pc:sldMk cId="1812161117" sldId="258"/>
        </pc:sldMkLst>
        <pc:spChg chg="mod">
          <ac:chgData name="JT Luterbach" userId="3048d31a-62ea-4be1-a925-e35e9ebb4975" providerId="ADAL" clId="{D6EBE37B-5717-4E6C-9FB0-25F33ECCBC2C}" dt="2026-09-04T20:54:05.018" v="845" actId="5793"/>
          <ac:spMkLst>
            <pc:docMk/>
            <pc:sldMk cId="1812161117" sldId="258"/>
            <ac:spMk id="3" creationId="{BF58DB72-9294-4156-6CD1-D019C7E4CE0F}"/>
          </ac:spMkLst>
        </pc:spChg>
      </pc:sldChg>
      <pc:sldChg chg="addSp modSp mod">
        <pc:chgData name="JT Luterbach" userId="3048d31a-62ea-4be1-a925-e35e9ebb4975" providerId="ADAL" clId="{D6EBE37B-5717-4E6C-9FB0-25F33ECCBC2C}" dt="2026-09-04T20:56:16.952" v="846" actId="20577"/>
        <pc:sldMkLst>
          <pc:docMk/>
          <pc:sldMk cId="1261927777" sldId="259"/>
        </pc:sldMkLst>
        <pc:spChg chg="mod">
          <ac:chgData name="JT Luterbach" userId="3048d31a-62ea-4be1-a925-e35e9ebb4975" providerId="ADAL" clId="{D6EBE37B-5717-4E6C-9FB0-25F33ECCBC2C}" dt="2026-09-04T20:56:16.952" v="846" actId="20577"/>
          <ac:spMkLst>
            <pc:docMk/>
            <pc:sldMk cId="1261927777" sldId="259"/>
            <ac:spMk id="3" creationId="{927A3D1B-D7FB-31F7-C77D-D9F54A566D0A}"/>
          </ac:spMkLst>
        </pc:spChg>
        <pc:spChg chg="add mod">
          <ac:chgData name="JT Luterbach" userId="3048d31a-62ea-4be1-a925-e35e9ebb4975" providerId="ADAL" clId="{D6EBE37B-5717-4E6C-9FB0-25F33ECCBC2C}" dt="2026-09-04T00:37:50.223" v="7" actId="767"/>
          <ac:spMkLst>
            <pc:docMk/>
            <pc:sldMk cId="1261927777" sldId="259"/>
            <ac:spMk id="20" creationId="{09C19CA8-1E2B-AC49-645F-ED353B37704D}"/>
          </ac:spMkLst>
        </pc:spChg>
        <pc:cxnChg chg="add mod">
          <ac:chgData name="JT Luterbach" userId="3048d31a-62ea-4be1-a925-e35e9ebb4975" providerId="ADAL" clId="{D6EBE37B-5717-4E6C-9FB0-25F33ECCBC2C}" dt="2026-09-04T00:37:12.797" v="6"/>
          <ac:cxnSpMkLst>
            <pc:docMk/>
            <pc:sldMk cId="1261927777" sldId="259"/>
            <ac:cxnSpMk id="16" creationId="{794F9D92-9686-C98D-E887-CD952840AC18}"/>
          </ac:cxnSpMkLst>
        </pc:cxnChg>
      </pc:sldChg>
      <pc:sldChg chg="add ord">
        <pc:chgData name="JT Luterbach" userId="3048d31a-62ea-4be1-a925-e35e9ebb4975" providerId="ADAL" clId="{D6EBE37B-5717-4E6C-9FB0-25F33ECCBC2C}" dt="2026-09-02T17:56:13.099" v="4"/>
        <pc:sldMkLst>
          <pc:docMk/>
          <pc:sldMk cId="3437628284" sldId="260"/>
        </pc:sldMkLst>
      </pc:sldChg>
      <pc:sldChg chg="modSp mod">
        <pc:chgData name="JT Luterbach" userId="3048d31a-62ea-4be1-a925-e35e9ebb4975" providerId="ADAL" clId="{D6EBE37B-5717-4E6C-9FB0-25F33ECCBC2C}" dt="2026-09-04T20:57:57.652" v="847" actId="20577"/>
        <pc:sldMkLst>
          <pc:docMk/>
          <pc:sldMk cId="4030577512" sldId="261"/>
        </pc:sldMkLst>
        <pc:spChg chg="mod">
          <ac:chgData name="JT Luterbach" userId="3048d31a-62ea-4be1-a925-e35e9ebb4975" providerId="ADAL" clId="{D6EBE37B-5717-4E6C-9FB0-25F33ECCBC2C}" dt="2026-09-04T20:57:57.652" v="847" actId="20577"/>
          <ac:spMkLst>
            <pc:docMk/>
            <pc:sldMk cId="4030577512" sldId="261"/>
            <ac:spMk id="2" creationId="{83FC1607-1628-A2FC-58E3-AFA86EB5888D}"/>
          </ac:spMkLst>
        </pc:spChg>
      </pc:sldChg>
      <pc:sldChg chg="modSp add mod">
        <pc:chgData name="JT Luterbach" userId="3048d31a-62ea-4be1-a925-e35e9ebb4975" providerId="ADAL" clId="{D6EBE37B-5717-4E6C-9FB0-25F33ECCBC2C}" dt="2026-09-04T20:58:02.539" v="848" actId="20577"/>
        <pc:sldMkLst>
          <pc:docMk/>
          <pc:sldMk cId="2428895117" sldId="262"/>
        </pc:sldMkLst>
        <pc:spChg chg="mod">
          <ac:chgData name="JT Luterbach" userId="3048d31a-62ea-4be1-a925-e35e9ebb4975" providerId="ADAL" clId="{D6EBE37B-5717-4E6C-9FB0-25F33ECCBC2C}" dt="2026-09-04T20:58:02.539" v="848" actId="20577"/>
          <ac:spMkLst>
            <pc:docMk/>
            <pc:sldMk cId="2428895117" sldId="262"/>
            <ac:spMk id="2" creationId="{62FA530E-A8AD-A87F-400E-EBF8D017B8EF}"/>
          </ac:spMkLst>
        </pc:spChg>
      </pc:sldChg>
      <pc:sldChg chg="addSp delSp modSp new mod">
        <pc:chgData name="JT Luterbach" userId="3048d31a-62ea-4be1-a925-e35e9ebb4975" providerId="ADAL" clId="{D6EBE37B-5717-4E6C-9FB0-25F33ECCBC2C}" dt="2026-09-04T20:51:53.489" v="843" actId="14100"/>
        <pc:sldMkLst>
          <pc:docMk/>
          <pc:sldMk cId="1010559192" sldId="263"/>
        </pc:sldMkLst>
        <pc:spChg chg="mod">
          <ac:chgData name="JT Luterbach" userId="3048d31a-62ea-4be1-a925-e35e9ebb4975" providerId="ADAL" clId="{D6EBE37B-5717-4E6C-9FB0-25F33ECCBC2C}" dt="2026-09-04T20:39:31.379" v="62" actId="20577"/>
          <ac:spMkLst>
            <pc:docMk/>
            <pc:sldMk cId="1010559192" sldId="263"/>
            <ac:spMk id="2" creationId="{3B116B2A-4A84-3AB6-803E-197CB08130E1}"/>
          </ac:spMkLst>
        </pc:spChg>
        <pc:spChg chg="del">
          <ac:chgData name="JT Luterbach" userId="3048d31a-62ea-4be1-a925-e35e9ebb4975" providerId="ADAL" clId="{D6EBE37B-5717-4E6C-9FB0-25F33ECCBC2C}" dt="2026-09-04T18:18:48.316" v="30"/>
          <ac:spMkLst>
            <pc:docMk/>
            <pc:sldMk cId="1010559192" sldId="263"/>
            <ac:spMk id="3" creationId="{40404294-1CA8-09F2-9D43-296ABB04A645}"/>
          </ac:spMkLst>
        </pc:spChg>
        <pc:spChg chg="add mod">
          <ac:chgData name="JT Luterbach" userId="3048d31a-62ea-4be1-a925-e35e9ebb4975" providerId="ADAL" clId="{D6EBE37B-5717-4E6C-9FB0-25F33ECCBC2C}" dt="2026-09-04T20:51:53.489" v="843" actId="14100"/>
          <ac:spMkLst>
            <pc:docMk/>
            <pc:sldMk cId="1010559192" sldId="263"/>
            <ac:spMk id="12" creationId="{A78553C8-044D-FCD2-A991-30D23FD25BA7}"/>
          </ac:spMkLst>
        </pc:spChg>
        <pc:spChg chg="add mod">
          <ac:chgData name="JT Luterbach" userId="3048d31a-62ea-4be1-a925-e35e9ebb4975" providerId="ADAL" clId="{D6EBE37B-5717-4E6C-9FB0-25F33ECCBC2C}" dt="2026-09-04T20:40:54.987" v="188" actId="1076"/>
          <ac:spMkLst>
            <pc:docMk/>
            <pc:sldMk cId="1010559192" sldId="263"/>
            <ac:spMk id="14" creationId="{A2879C85-5F51-0583-34F3-5351C8453FA9}"/>
          </ac:spMkLst>
        </pc:spChg>
        <pc:picChg chg="add del mod">
          <ac:chgData name="JT Luterbach" userId="3048d31a-62ea-4be1-a925-e35e9ebb4975" providerId="ADAL" clId="{D6EBE37B-5717-4E6C-9FB0-25F33ECCBC2C}" dt="2026-09-04T20:39:00.379" v="34" actId="478"/>
          <ac:picMkLst>
            <pc:docMk/>
            <pc:sldMk cId="1010559192" sldId="263"/>
            <ac:picMk id="6" creationId="{C2089D6D-D81D-8807-299C-A9FCB00812B7}"/>
          </ac:picMkLst>
        </pc:picChg>
        <pc:picChg chg="add del mod">
          <ac:chgData name="JT Luterbach" userId="3048d31a-62ea-4be1-a925-e35e9ebb4975" providerId="ADAL" clId="{D6EBE37B-5717-4E6C-9FB0-25F33ECCBC2C}" dt="2026-09-04T20:38:59.729" v="33" actId="478"/>
          <ac:picMkLst>
            <pc:docMk/>
            <pc:sldMk cId="1010559192" sldId="263"/>
            <ac:picMk id="8" creationId="{A077EAF0-7AC1-9A4D-C839-D65A029A4A6E}"/>
          </ac:picMkLst>
        </pc:picChg>
        <pc:picChg chg="add del mod ord">
          <ac:chgData name="JT Luterbach" userId="3048d31a-62ea-4be1-a925-e35e9ebb4975" providerId="ADAL" clId="{D6EBE37B-5717-4E6C-9FB0-25F33ECCBC2C}" dt="2026-09-04T20:39:37.853" v="64" actId="21"/>
          <ac:picMkLst>
            <pc:docMk/>
            <pc:sldMk cId="1010559192" sldId="263"/>
            <ac:picMk id="10" creationId="{A69D7CF8-92B6-8B26-24F0-647666C4263C}"/>
          </ac:picMkLst>
        </pc:picChg>
        <pc:picChg chg="add mod">
          <ac:chgData name="JT Luterbach" userId="3048d31a-62ea-4be1-a925-e35e9ebb4975" providerId="ADAL" clId="{D6EBE37B-5717-4E6C-9FB0-25F33ECCBC2C}" dt="2026-09-04T20:40:28.530" v="183" actId="1076"/>
          <ac:picMkLst>
            <pc:docMk/>
            <pc:sldMk cId="1010559192" sldId="263"/>
            <ac:picMk id="13" creationId="{A69D7CF8-92B6-8B26-24F0-647666C4263C}"/>
          </ac:picMkLst>
        </pc:picChg>
      </pc:sldChg>
      <pc:sldChg chg="addSp delSp modSp add mod">
        <pc:chgData name="JT Luterbach" userId="3048d31a-62ea-4be1-a925-e35e9ebb4975" providerId="ADAL" clId="{D6EBE37B-5717-4E6C-9FB0-25F33ECCBC2C}" dt="2026-09-04T20:50:44.281" v="754" actId="14100"/>
        <pc:sldMkLst>
          <pc:docMk/>
          <pc:sldMk cId="298105467" sldId="264"/>
        </pc:sldMkLst>
        <pc:spChg chg="mod">
          <ac:chgData name="JT Luterbach" userId="3048d31a-62ea-4be1-a925-e35e9ebb4975" providerId="ADAL" clId="{D6EBE37B-5717-4E6C-9FB0-25F33ECCBC2C}" dt="2026-09-04T20:41:54.367" v="307" actId="20577"/>
          <ac:spMkLst>
            <pc:docMk/>
            <pc:sldMk cId="298105467" sldId="264"/>
            <ac:spMk id="2" creationId="{FF03620D-DDF8-76CB-5BD2-4B46110D4107}"/>
          </ac:spMkLst>
        </pc:spChg>
        <pc:spChg chg="add mod">
          <ac:chgData name="JT Luterbach" userId="3048d31a-62ea-4be1-a925-e35e9ebb4975" providerId="ADAL" clId="{D6EBE37B-5717-4E6C-9FB0-25F33ECCBC2C}" dt="2026-09-04T20:50:32.705" v="751" actId="14"/>
          <ac:spMkLst>
            <pc:docMk/>
            <pc:sldMk cId="298105467" sldId="264"/>
            <ac:spMk id="5" creationId="{7175D4AC-A037-A9E3-A6EF-278875EFBBC1}"/>
          </ac:spMkLst>
        </pc:spChg>
        <pc:picChg chg="mod">
          <ac:chgData name="JT Luterbach" userId="3048d31a-62ea-4be1-a925-e35e9ebb4975" providerId="ADAL" clId="{D6EBE37B-5717-4E6C-9FB0-25F33ECCBC2C}" dt="2026-09-04T20:50:44.281" v="754" actId="14100"/>
          <ac:picMkLst>
            <pc:docMk/>
            <pc:sldMk cId="298105467" sldId="264"/>
            <ac:picMk id="6" creationId="{F4DC7A3D-2A99-9BBE-3A37-B1DB4742EF9D}"/>
          </ac:picMkLst>
        </pc:picChg>
        <pc:picChg chg="mod">
          <ac:chgData name="JT Luterbach" userId="3048d31a-62ea-4be1-a925-e35e9ebb4975" providerId="ADAL" clId="{D6EBE37B-5717-4E6C-9FB0-25F33ECCBC2C}" dt="2026-09-04T20:50:39.081" v="752" actId="1076"/>
          <ac:picMkLst>
            <pc:docMk/>
            <pc:sldMk cId="298105467" sldId="264"/>
            <ac:picMk id="8" creationId="{FDE3B170-ED3F-8819-EE22-25068C9F226A}"/>
          </ac:picMkLst>
        </pc:picChg>
        <pc:picChg chg="del">
          <ac:chgData name="JT Luterbach" userId="3048d31a-62ea-4be1-a925-e35e9ebb4975" providerId="ADAL" clId="{D6EBE37B-5717-4E6C-9FB0-25F33ECCBC2C}" dt="2026-09-04T20:39:22.624" v="46" actId="478"/>
          <ac:picMkLst>
            <pc:docMk/>
            <pc:sldMk cId="298105467" sldId="264"/>
            <ac:picMk id="10" creationId="{9E05DD15-D381-FFAB-CEF5-CC9A65230E0E}"/>
          </ac:picMkLst>
        </pc:picChg>
      </pc:sldChg>
      <pc:sldChg chg="addSp delSp modSp add mod">
        <pc:chgData name="JT Luterbach" userId="3048d31a-62ea-4be1-a925-e35e9ebb4975" providerId="ADAL" clId="{D6EBE37B-5717-4E6C-9FB0-25F33ECCBC2C}" dt="2026-09-04T20:50:14.913" v="746" actId="14100"/>
        <pc:sldMkLst>
          <pc:docMk/>
          <pc:sldMk cId="581118028" sldId="265"/>
        </pc:sldMkLst>
        <pc:spChg chg="mod">
          <ac:chgData name="JT Luterbach" userId="3048d31a-62ea-4be1-a925-e35e9ebb4975" providerId="ADAL" clId="{D6EBE37B-5717-4E6C-9FB0-25F33ECCBC2C}" dt="2026-09-04T20:45:28.413" v="584" actId="20577"/>
          <ac:spMkLst>
            <pc:docMk/>
            <pc:sldMk cId="581118028" sldId="265"/>
            <ac:spMk id="2" creationId="{8CBA5A34-7589-CFAC-BAF9-DEB0F19485F9}"/>
          </ac:spMkLst>
        </pc:spChg>
        <pc:spChg chg="mod">
          <ac:chgData name="JT Luterbach" userId="3048d31a-62ea-4be1-a925-e35e9ebb4975" providerId="ADAL" clId="{D6EBE37B-5717-4E6C-9FB0-25F33ECCBC2C}" dt="2026-09-04T20:50:14.913" v="746" actId="14100"/>
          <ac:spMkLst>
            <pc:docMk/>
            <pc:sldMk cId="581118028" sldId="265"/>
            <ac:spMk id="5" creationId="{E438A7BA-D12C-D003-7756-309DCF21B646}"/>
          </ac:spMkLst>
        </pc:spChg>
        <pc:spChg chg="add mod">
          <ac:chgData name="JT Luterbach" userId="3048d31a-62ea-4be1-a925-e35e9ebb4975" providerId="ADAL" clId="{D6EBE37B-5717-4E6C-9FB0-25F33ECCBC2C}" dt="2026-09-04T20:49:53.953" v="744" actId="1076"/>
          <ac:spMkLst>
            <pc:docMk/>
            <pc:sldMk cId="581118028" sldId="265"/>
            <ac:spMk id="9" creationId="{73E3B28D-63DB-EB33-763F-A5B41CF04305}"/>
          </ac:spMkLst>
        </pc:spChg>
        <pc:picChg chg="add mod">
          <ac:chgData name="JT Luterbach" userId="3048d31a-62ea-4be1-a925-e35e9ebb4975" providerId="ADAL" clId="{D6EBE37B-5717-4E6C-9FB0-25F33ECCBC2C}" dt="2026-09-04T20:49:24.862" v="737" actId="1076"/>
          <ac:picMkLst>
            <pc:docMk/>
            <pc:sldMk cId="581118028" sldId="265"/>
            <ac:picMk id="3" creationId="{A11E0896-3961-16FD-36E5-A6ED1D85201D}"/>
          </ac:picMkLst>
        </pc:picChg>
        <pc:picChg chg="del">
          <ac:chgData name="JT Luterbach" userId="3048d31a-62ea-4be1-a925-e35e9ebb4975" providerId="ADAL" clId="{D6EBE37B-5717-4E6C-9FB0-25F33ECCBC2C}" dt="2026-09-04T20:45:30.820" v="586" actId="478"/>
          <ac:picMkLst>
            <pc:docMk/>
            <pc:sldMk cId="581118028" sldId="265"/>
            <ac:picMk id="6" creationId="{F6A76AB9-2721-F21F-194F-5BA3A20FE696}"/>
          </ac:picMkLst>
        </pc:picChg>
        <pc:picChg chg="del">
          <ac:chgData name="JT Luterbach" userId="3048d31a-62ea-4be1-a925-e35e9ebb4975" providerId="ADAL" clId="{D6EBE37B-5717-4E6C-9FB0-25F33ECCBC2C}" dt="2026-09-04T20:45:30.174" v="585" actId="478"/>
          <ac:picMkLst>
            <pc:docMk/>
            <pc:sldMk cId="581118028" sldId="265"/>
            <ac:picMk id="8" creationId="{64262B6A-9345-7557-7000-BFBB98BC46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ACE1-0839-DD4E-8A8D-815B08AED9A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8301-8E47-694C-884E-80E9D526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279" y="1785343"/>
            <a:ext cx="7841294" cy="234268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600"/>
              </a:lnSpc>
              <a:defRPr sz="54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279" y="4128032"/>
            <a:ext cx="7841294" cy="7149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8279" y="4849226"/>
            <a:ext cx="7841294" cy="112568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/>
              <a:t>Presenter’s title / additional designations</a:t>
            </a:r>
            <a:br>
              <a:rPr lang="en-US" dirty="0"/>
            </a:br>
            <a:r>
              <a:rPr lang="en-US" dirty="0"/>
              <a:t>Faculty of / Department of / additional designations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E4B113-E638-B640-8F48-252058659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8279" y="5981178"/>
            <a:ext cx="6586081" cy="52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029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32D7-DB76-2847-ADA0-EE213BE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C696-28D5-3D4E-90D5-168D3804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773195"/>
            <a:ext cx="9724372" cy="4115669"/>
          </a:xfrm>
          <a:prstGeom prst="rect">
            <a:avLst/>
          </a:prstGeom>
        </p:spPr>
        <p:txBody>
          <a:bodyPr/>
          <a:lstStyle>
            <a:lvl1pPr>
              <a:buClr>
                <a:srgbClr val="E32726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994-38BD-EA48-95B9-EDE63B92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F3C08-C8EC-DC49-84E7-B1877436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F4FC2F-942D-6942-8D5B-4C7E0E52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3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73EC9B2-3D79-EB42-BD2D-94A59CE5C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7853A-8D09-4041-8FD1-E58DBA8A7F0F}"/>
              </a:ext>
            </a:extLst>
          </p:cNvPr>
          <p:cNvCxnSpPr/>
          <p:nvPr userDrawn="1"/>
        </p:nvCxnSpPr>
        <p:spPr>
          <a:xfrm>
            <a:off x="6096000" y="1551313"/>
            <a:ext cx="0" cy="465342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50DEA-27DF-7C4E-AD5F-60F66ED518A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4A5085-02C7-C249-93B0-AC3B6836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CF9A15B-E143-B248-AA59-A2937022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16D1F-0C29-D446-876E-DD6C096D73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8280" y="1637270"/>
            <a:ext cx="8749432" cy="462142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6200"/>
              </a:lnSpc>
              <a:spcBef>
                <a:spcPts val="0"/>
              </a:spcBef>
              <a:buNone/>
              <a:defRPr sz="6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This slide is for one big, bold statement. Bullet points can’t compete! </a:t>
            </a:r>
          </a:p>
        </p:txBody>
      </p:sp>
    </p:spTree>
    <p:extLst>
      <p:ext uri="{BB962C8B-B14F-4D97-AF65-F5344CB8AC3E}">
        <p14:creationId xmlns:p14="http://schemas.microsoft.com/office/powerpoint/2010/main" val="3997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78279" y="1680519"/>
            <a:ext cx="8418337" cy="19284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800"/>
              </a:lnSpc>
              <a:defRPr sz="3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Thank you for attending! </a:t>
            </a:r>
            <a:br>
              <a:rPr lang="en-US" dirty="0"/>
            </a:br>
            <a:r>
              <a:rPr lang="en-US" dirty="0"/>
              <a:t>and/or other concluding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78279" y="3624188"/>
            <a:ext cx="8418337" cy="7809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For more information go to </a:t>
            </a:r>
            <a:r>
              <a:rPr lang="en-US" dirty="0" err="1"/>
              <a:t>ucalgary.ca</a:t>
            </a:r>
            <a:r>
              <a:rPr lang="en-US" dirty="0"/>
              <a:t>/</a:t>
            </a:r>
            <a:r>
              <a:rPr lang="en-US" dirty="0" err="1"/>
              <a:t>webaddress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8279" y="4420386"/>
            <a:ext cx="8418337" cy="146887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 err="1"/>
              <a:t>presentersemail@ucalgary.ca</a:t>
            </a:r>
            <a:br>
              <a:rPr lang="en-US" dirty="0"/>
            </a:br>
            <a:r>
              <a:rPr lang="en-US" dirty="0"/>
              <a:t>Phone number / Twitter handle / additional contact info</a:t>
            </a:r>
          </a:p>
        </p:txBody>
      </p:sp>
    </p:spTree>
    <p:extLst>
      <p:ext uri="{BB962C8B-B14F-4D97-AF65-F5344CB8AC3E}">
        <p14:creationId xmlns:p14="http://schemas.microsoft.com/office/powerpoint/2010/main" val="179591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4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BE60-5D8F-6C41-A517-E4C3855CF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279" y="1785343"/>
            <a:ext cx="10181102" cy="2342688"/>
          </a:xfrm>
        </p:spPr>
        <p:txBody>
          <a:bodyPr/>
          <a:lstStyle/>
          <a:p>
            <a:r>
              <a:rPr lang="en-US" dirty="0"/>
              <a:t>ENEL 585 – Project Orientation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28DA3-9E9C-174C-A096-933EB68D54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932DF-6BEC-8349-9E3C-C74C19687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JT Luterbach (TA)</a:t>
            </a:r>
          </a:p>
          <a:p>
            <a:r>
              <a:rPr lang="en-US" dirty="0"/>
              <a:t>Department of Electrical &amp; Software Engineering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23051-1C04-6F46-BEDF-92AECB7401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September 8, 2026</a:t>
            </a:r>
          </a:p>
        </p:txBody>
      </p:sp>
    </p:spTree>
    <p:extLst>
      <p:ext uri="{BB962C8B-B14F-4D97-AF65-F5344CB8AC3E}">
        <p14:creationId xmlns:p14="http://schemas.microsoft.com/office/powerpoint/2010/main" val="368241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2AD0-B422-9948-BB03-1443DE90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ABD6-B0BD-B94F-9DA7-56F8E322B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773195"/>
            <a:ext cx="6998378" cy="41156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Today’s purpose: Gain experience with some of the equipment necessary to complete the ENEL 585 final project (and labs)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Learn how to program a Texas Instruments Launchpad as a power electronics controller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Learn how to run a </a:t>
            </a:r>
            <a:r>
              <a:rPr lang="en-US" dirty="0" err="1"/>
              <a:t>TyphoonHIL</a:t>
            </a:r>
            <a:r>
              <a:rPr lang="en-US" dirty="0"/>
              <a:t> real-time converter simulation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Refresh your oscilloscope skills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FA3F3-625E-CA46-8A0A-6A0AF37C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 descr="LAUNCHXL-F28P55X - &lt;p&gt;C2000™ real-time MCU F28P55X LaunchPad™ development kit&lt;/p&gt; (angled board image)">
            <a:extLst>
              <a:ext uri="{FF2B5EF4-FFF2-40B4-BE49-F238E27FC236}">
                <a16:creationId xmlns:a16="http://schemas.microsoft.com/office/drawing/2014/main" id="{DBF323AD-E1D8-5412-B2BA-6C2BC78BA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176" y="1080968"/>
            <a:ext cx="3561540" cy="2003366"/>
          </a:xfrm>
          <a:prstGeom prst="rect">
            <a:avLst/>
          </a:prstGeom>
        </p:spPr>
      </p:pic>
      <p:pic>
        <p:nvPicPr>
          <p:cNvPr id="6" name="Picture 5" descr="Typhoon HIL 101 - Genetroncorp">
            <a:extLst>
              <a:ext uri="{FF2B5EF4-FFF2-40B4-BE49-F238E27FC236}">
                <a16:creationId xmlns:a16="http://schemas.microsoft.com/office/drawing/2014/main" id="{3F0FF81B-8E48-3C0A-1D79-71B7ED7D7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732" y="3201254"/>
            <a:ext cx="3672806" cy="1153261"/>
          </a:xfrm>
          <a:prstGeom prst="rect">
            <a:avLst/>
          </a:prstGeom>
        </p:spPr>
      </p:pic>
      <p:pic>
        <p:nvPicPr>
          <p:cNvPr id="7" name="Picture 6" descr="What is an oscilloscope? | Tektronix">
            <a:extLst>
              <a:ext uri="{FF2B5EF4-FFF2-40B4-BE49-F238E27FC236}">
                <a16:creationId xmlns:a16="http://schemas.microsoft.com/office/drawing/2014/main" id="{48FCD441-8881-E1E5-458A-977D88A10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05" y="4471436"/>
            <a:ext cx="2743200" cy="173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E3D7-6B03-C9FC-C096-CA249F3B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8DB72-9294-4156-6CD1-D019C7E4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773195"/>
            <a:ext cx="7989948" cy="4115669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Key components within a power electronics project:</a:t>
            </a:r>
          </a:p>
          <a:p>
            <a:pPr lvl="1"/>
            <a:r>
              <a:rPr lang="en-CA" dirty="0"/>
              <a:t>Converter hardware</a:t>
            </a:r>
          </a:p>
          <a:p>
            <a:pPr lvl="2"/>
            <a:r>
              <a:rPr lang="en-CA" dirty="0"/>
              <a:t>Switches, inductors, capacitors, resistors, transformers</a:t>
            </a:r>
          </a:p>
          <a:p>
            <a:pPr lvl="1"/>
            <a:r>
              <a:rPr lang="en-CA" dirty="0"/>
              <a:t>Controller</a:t>
            </a:r>
          </a:p>
          <a:p>
            <a:pPr lvl="2"/>
            <a:r>
              <a:rPr lang="en-CA" dirty="0"/>
              <a:t>Execute the control algorithm, process sensor measurements, generate gating signals</a:t>
            </a:r>
          </a:p>
          <a:p>
            <a:pPr lvl="1"/>
            <a:r>
              <a:rPr lang="en-CA" dirty="0"/>
              <a:t>Auxiliary circuitry</a:t>
            </a:r>
          </a:p>
          <a:p>
            <a:pPr lvl="2"/>
            <a:r>
              <a:rPr lang="en-CA" dirty="0"/>
              <a:t>Gate drivers, sensors, filters, power supplies</a:t>
            </a:r>
          </a:p>
          <a:p>
            <a:pPr lvl="1"/>
            <a:r>
              <a:rPr lang="en-CA" dirty="0"/>
              <a:t>Thermal management</a:t>
            </a:r>
          </a:p>
          <a:p>
            <a:pPr lvl="2"/>
            <a:r>
              <a:rPr lang="en-CA" dirty="0"/>
              <a:t>Heat sinks, cables, PCB traces, fans</a:t>
            </a:r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63A89-F57E-B65E-380A-D3FF0207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6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AD5E-0A1C-465E-C306-8C0C4E0F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Hardware-In-the-Loop (HIL)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A3D1B-D7FB-31F7-C77D-D9F54A566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773195"/>
            <a:ext cx="6801733" cy="4620837"/>
          </a:xfrm>
        </p:spPr>
        <p:txBody>
          <a:bodyPr/>
          <a:lstStyle/>
          <a:p>
            <a:r>
              <a:rPr lang="en-CA" dirty="0"/>
              <a:t>Power electronics prototypes can be expensive and easily damaged if the control algorithm is not right</a:t>
            </a:r>
          </a:p>
          <a:p>
            <a:pPr lvl="1"/>
            <a:r>
              <a:rPr lang="en-CA" dirty="0"/>
              <a:t>For example: Easy to unintentionally short the power supply if not careful</a:t>
            </a:r>
          </a:p>
          <a:p>
            <a:r>
              <a:rPr lang="en-CA" dirty="0"/>
              <a:t>HIL simulators:</a:t>
            </a:r>
          </a:p>
          <a:p>
            <a:pPr lvl="1"/>
            <a:r>
              <a:rPr lang="en-CA" dirty="0"/>
              <a:t>receive gating signals from the controller</a:t>
            </a:r>
          </a:p>
          <a:p>
            <a:pPr lvl="1"/>
            <a:r>
              <a:rPr lang="en-CA" dirty="0"/>
              <a:t>output actual voltages representing the converter’s sensor outputs</a:t>
            </a:r>
          </a:p>
          <a:p>
            <a:r>
              <a:rPr lang="en-CA" dirty="0"/>
              <a:t>Controller’s can be reliably designed on the HIL without risking damaging equipment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A1D81-E853-8340-381F-EBB46820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 descr="Typhoon HIL 101 - Genetroncorp">
            <a:extLst>
              <a:ext uri="{FF2B5EF4-FFF2-40B4-BE49-F238E27FC236}">
                <a16:creationId xmlns:a16="http://schemas.microsoft.com/office/drawing/2014/main" id="{417D2FAB-F190-FD52-5C16-8E51D0E255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91" r="8775"/>
          <a:stretch>
            <a:fillRect/>
          </a:stretch>
        </p:blipFill>
        <p:spPr>
          <a:xfrm>
            <a:off x="8396749" y="1527388"/>
            <a:ext cx="2851355" cy="1153261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308C3DE-2F87-52B2-4852-3A8B48EBE475}"/>
              </a:ext>
            </a:extLst>
          </p:cNvPr>
          <p:cNvCxnSpPr>
            <a:cxnSpLocks/>
            <a:stCxn id="6" idx="3"/>
            <a:endCxn id="12" idx="3"/>
          </p:cNvCxnSpPr>
          <p:nvPr/>
        </p:nvCxnSpPr>
        <p:spPr>
          <a:xfrm flipH="1">
            <a:off x="10908890" y="2104019"/>
            <a:ext cx="339214" cy="3226593"/>
          </a:xfrm>
          <a:prstGeom prst="bentConnector3">
            <a:avLst>
              <a:gd name="adj1" fmla="val -6739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AUNCHXL-F28P55X - &lt;p&gt;C2000™ real-time MCU F28P55X LaunchPad™ development kit&lt;/p&gt; (angled board image)">
            <a:extLst>
              <a:ext uri="{FF2B5EF4-FFF2-40B4-BE49-F238E27FC236}">
                <a16:creationId xmlns:a16="http://schemas.microsoft.com/office/drawing/2014/main" id="{D2B72119-B9E1-6631-8D56-441958FEDE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74" r="19815"/>
          <a:stretch>
            <a:fillRect/>
          </a:stretch>
        </p:blipFill>
        <p:spPr>
          <a:xfrm>
            <a:off x="8735961" y="4328929"/>
            <a:ext cx="2172929" cy="2003366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94F9D92-9686-C98D-E887-CD952840AC18}"/>
              </a:ext>
            </a:extLst>
          </p:cNvPr>
          <p:cNvCxnSpPr>
            <a:cxnSpLocks/>
            <a:stCxn id="12" idx="1"/>
            <a:endCxn id="6" idx="1"/>
          </p:cNvCxnSpPr>
          <p:nvPr/>
        </p:nvCxnSpPr>
        <p:spPr>
          <a:xfrm rot="10800000">
            <a:off x="8396749" y="2104020"/>
            <a:ext cx="339212" cy="3226593"/>
          </a:xfrm>
          <a:prstGeom prst="bentConnector3">
            <a:avLst>
              <a:gd name="adj1" fmla="val 225362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C19CA8-1E2B-AC49-645F-ED353B37704D}"/>
              </a:ext>
            </a:extLst>
          </p:cNvPr>
          <p:cNvSpPr txBox="1"/>
          <p:nvPr/>
        </p:nvSpPr>
        <p:spPr>
          <a:xfrm>
            <a:off x="8023686" y="4078239"/>
            <a:ext cx="1479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Gating signals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DC1097-5AE4-5901-3737-F6D14C3EDC08}"/>
              </a:ext>
            </a:extLst>
          </p:cNvPr>
          <p:cNvSpPr txBox="1"/>
          <p:nvPr/>
        </p:nvSpPr>
        <p:spPr>
          <a:xfrm>
            <a:off x="9458631" y="2788479"/>
            <a:ext cx="191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I/V measurements</a:t>
            </a:r>
          </a:p>
        </p:txBody>
      </p:sp>
    </p:spTree>
    <p:extLst>
      <p:ext uri="{BB962C8B-B14F-4D97-AF65-F5344CB8AC3E}">
        <p14:creationId xmlns:p14="http://schemas.microsoft.com/office/powerpoint/2010/main" val="126192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6B6E-E468-9B1F-5833-4AFB76DE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4A72-A049-1771-4842-15B51DA8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Key differences between HIL and hardware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AC61F-470C-01BF-48F9-3ACA7032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D3131-B704-7168-2E0E-56D269335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HIL assumes lossless conversion</a:t>
            </a:r>
          </a:p>
          <a:p>
            <a:pPr lvl="1"/>
            <a:r>
              <a:rPr lang="en-CA" dirty="0"/>
              <a:t>Actual hardware has switching and conduction losses</a:t>
            </a:r>
          </a:p>
          <a:p>
            <a:r>
              <a:rPr lang="en-CA" dirty="0"/>
              <a:t>HIL measurement outputs are high-bandwidth and accurate</a:t>
            </a:r>
          </a:p>
          <a:p>
            <a:pPr lvl="1"/>
            <a:r>
              <a:rPr lang="en-CA" dirty="0"/>
              <a:t>Actual sensors can have error and noise</a:t>
            </a:r>
          </a:p>
          <a:p>
            <a:pPr lvl="1"/>
            <a:r>
              <a:rPr lang="en-CA" dirty="0"/>
              <a:t>Actual sensors might require adjusting the measurement scaling with trial-and-error</a:t>
            </a:r>
          </a:p>
          <a:p>
            <a:r>
              <a:rPr lang="en-CA" dirty="0"/>
              <a:t>HIL circuit parameters are exact and consistent</a:t>
            </a:r>
          </a:p>
          <a:p>
            <a:pPr lvl="1"/>
            <a:r>
              <a:rPr lang="en-CA" dirty="0"/>
              <a:t>Actual resistances, inductances, and capacitances are less precise and dependent of other variables like temperature, frequency, </a:t>
            </a:r>
            <a:r>
              <a:rPr lang="en-CA" dirty="0" err="1"/>
              <a:t>etc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762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1607-1628-A2FC-58E3-AFA86EB5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Today’s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B4392-522D-BA4E-BE68-FC64F832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773195"/>
            <a:ext cx="11078766" cy="4115669"/>
          </a:xfrm>
        </p:spPr>
        <p:txBody>
          <a:bodyPr/>
          <a:lstStyle/>
          <a:p>
            <a:r>
              <a:rPr lang="en-CA" dirty="0"/>
              <a:t>Use the three provide files to run a HIL real-time simulation of a buck converter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plecs</a:t>
            </a:r>
            <a:r>
              <a:rPr lang="en-CA" dirty="0"/>
              <a:t> file: Contains the control algorithm, used to program the launchpad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tse</a:t>
            </a:r>
            <a:r>
              <a:rPr lang="en-CA" dirty="0"/>
              <a:t> file: Contains the converter HIL schematic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cus</a:t>
            </a:r>
            <a:r>
              <a:rPr lang="en-CA" dirty="0"/>
              <a:t> file: Contains the HIL SCADA panel</a:t>
            </a:r>
          </a:p>
          <a:p>
            <a:r>
              <a:rPr lang="en-CA" dirty="0"/>
              <a:t>For marks:</a:t>
            </a:r>
          </a:p>
          <a:p>
            <a:pPr lvl="1"/>
            <a:r>
              <a:rPr lang="en-CA" dirty="0"/>
              <a:t>One group member sets up the </a:t>
            </a:r>
            <a:r>
              <a:rPr lang="en-CA" dirty="0" err="1"/>
              <a:t>TyphoonHIL</a:t>
            </a:r>
            <a:r>
              <a:rPr lang="en-CA" dirty="0"/>
              <a:t> simulation for their group</a:t>
            </a:r>
          </a:p>
          <a:p>
            <a:pPr lvl="1"/>
            <a:r>
              <a:rPr lang="en-CA" dirty="0"/>
              <a:t>Each group member must program the launchpad and show an instructor/TA the inductor current and output voltage waveforms on an oscilloscope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24956-41EE-0C69-D23F-74E77A22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77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E20C-9126-FBCB-AEB8-5E9133B4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530E-A8AD-A87F-400E-EBF8D017B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Today’s tasks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38C2A-7791-2A8D-A16B-733190C28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773195"/>
            <a:ext cx="11078766" cy="4115669"/>
          </a:xfrm>
        </p:spPr>
        <p:txBody>
          <a:bodyPr/>
          <a:lstStyle/>
          <a:p>
            <a:r>
              <a:rPr lang="en-CA" dirty="0"/>
              <a:t>Bonus (not for marks):</a:t>
            </a:r>
          </a:p>
          <a:p>
            <a:pPr lvl="1"/>
            <a:r>
              <a:rPr lang="en-CA" dirty="0"/>
              <a:t>As a group, use the oscilloscope to determine the converter’s settling time when the output resistance changes from 10 to 5 ohms with the input voltage set to 20V and the desired output voltage set to 10V.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B9116-E90A-8E81-BCC8-14F3C413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89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16B2A-4A84-3AB6-803E-197CB081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How-to: Hardware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A96E8-FAAA-0078-0ED6-42FE0F57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78553C8-044D-FCD2-A991-30D23FD25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773195"/>
            <a:ext cx="5985656" cy="411566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HIL101 units should be powered on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Send power to the launchpad using the 5V and 3.3V switches</a:t>
            </a:r>
          </a:p>
          <a:p>
            <a:pPr lvl="1"/>
            <a:r>
              <a:rPr lang="en-CA" dirty="0"/>
              <a:t>Do not change anything on the launchpad itself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You need to set up the oscilloscope yourself, specifically the scaling</a:t>
            </a:r>
          </a:p>
        </p:txBody>
      </p:sp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A69D7CF8-92B6-8B26-24F0-647666C42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196" y="1497366"/>
            <a:ext cx="3524324" cy="4699099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2879C85-5F51-0583-34F3-5351C8453FA9}"/>
              </a:ext>
            </a:extLst>
          </p:cNvPr>
          <p:cNvSpPr/>
          <p:nvPr/>
        </p:nvSpPr>
        <p:spPr>
          <a:xfrm>
            <a:off x="8577007" y="3846915"/>
            <a:ext cx="914400" cy="9144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055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8657A-A218-A0AB-E167-565CD5F4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620D-DDF8-76CB-5BD2-4B46110D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How-to: PLECS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4ED53-3D5B-42CB-9861-A54BC593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C7A3D-2A99-9BBE-3A37-B1DB4742E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165" y="1497365"/>
            <a:ext cx="2183465" cy="4765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E3B170-ED3F-8819-EE22-25068C9F2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186" y="1900992"/>
            <a:ext cx="5333345" cy="3668381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75D4AC-A037-A9E3-A6EF-278875EFB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7" y="1773195"/>
            <a:ext cx="3822559" cy="411566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sz="2000" dirty="0"/>
              <a:t>Open model in PLECS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/>
              <a:t>Go to “Coder”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/>
              <a:t>Press “Build” and wait until MCU is flashed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/>
              <a:t>Go to “External Mode”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/>
              <a:t>Check Target device port</a:t>
            </a:r>
          </a:p>
          <a:p>
            <a:pPr lvl="1"/>
            <a:r>
              <a:rPr lang="en-CA" sz="1800" dirty="0"/>
              <a:t>Check Device Manager on your laptop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/>
              <a:t>Press “Connect”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/>
              <a:t>Press “Activate autotriggering”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/>
              <a:t>Double-tap the enable-switch to turn-on</a:t>
            </a:r>
          </a:p>
          <a:p>
            <a:pPr marL="457200" indent="-457200">
              <a:buFont typeface="+mj-lt"/>
              <a:buAutoNum type="arabicPeriod"/>
            </a:pP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98105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AAF88-073F-2527-2100-4932B6E2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5A34-7589-CFAC-BAF9-DEB0F194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How-to: </a:t>
            </a:r>
            <a:r>
              <a:rPr lang="en-CA" dirty="0" err="1"/>
              <a:t>TyphoonHIL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3A8CA-DEA7-42E0-6834-4F44A151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8A7BA-D12C-D003-7756-309DCF21B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7" y="1773195"/>
            <a:ext cx="4638637" cy="411566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Connect to the HIL device in device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schematic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Compile provided model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provided panel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Run the simulation</a:t>
            </a:r>
          </a:p>
          <a:p>
            <a:pPr marL="457200" indent="-457200">
              <a:buFont typeface="+mj-lt"/>
              <a:buAutoNum type="arabicPeriod"/>
            </a:pPr>
            <a:endParaRPr lang="en-CA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E0896-3961-16FD-36E5-A6ED1D852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814" y="1522730"/>
            <a:ext cx="5568315" cy="19062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3E3B28D-63DB-EB33-763F-A5B41CF04305}"/>
              </a:ext>
            </a:extLst>
          </p:cNvPr>
          <p:cNvSpPr/>
          <p:nvPr/>
        </p:nvSpPr>
        <p:spPr>
          <a:xfrm>
            <a:off x="5506063" y="1622323"/>
            <a:ext cx="422787" cy="373625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111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servative - Widescreen" id="{1FDA4292-5ABC-2347-8AEC-8713E981E356}" vid="{2CAB1A43-65EA-6D44-BFF7-FD9BC8254A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D9A0FA515564792FEACC70AB1043E" ma:contentTypeVersion="15" ma:contentTypeDescription="Create a new document." ma:contentTypeScope="" ma:versionID="3387522b3212352fc6bbea455d3cfc53">
  <xsd:schema xmlns:xsd="http://www.w3.org/2001/XMLSchema" xmlns:xs="http://www.w3.org/2001/XMLSchema" xmlns:p="http://schemas.microsoft.com/office/2006/metadata/properties" xmlns:ns2="7a4191d5-9b76-4ae3-8401-87ceee92a846" xmlns:ns3="b9b0194d-1e98-4efc-bad5-9450f4bf7a13" targetNamespace="http://schemas.microsoft.com/office/2006/metadata/properties" ma:root="true" ma:fieldsID="e28e2b4de73025e43726d49ef756c6aa" ns2:_="" ns3:_="">
    <xsd:import namespace="7a4191d5-9b76-4ae3-8401-87ceee92a846"/>
    <xsd:import namespace="b9b0194d-1e98-4efc-bad5-9450f4bf7a1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91d5-9b76-4ae3-8401-87ceee92a8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6da6b-3754-4ea3-9a44-9d844208727a}" ma:internalName="TaxCatchAll" ma:showField="CatchAllData" ma:web="7a4191d5-9b76-4ae3-8401-87ceee92a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0194d-1e98-4efc-bad5-9450f4bf7a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4191d5-9b76-4ae3-8401-87ceee92a846">
      <UserInfo>
        <DisplayName>Office Of Advancement Visitors</DisplayName>
        <AccountId>4</AccountId>
        <AccountType/>
      </UserInfo>
      <UserInfo>
        <DisplayName>UCalgary Brand</DisplayName>
        <AccountId>15</AccountId>
        <AccountType/>
      </UserInfo>
    </SharedWithUsers>
    <TaxCatchAll xmlns="7a4191d5-9b76-4ae3-8401-87ceee92a846" xsi:nil="true"/>
    <lcf76f155ced4ddcb4097134ff3c332f xmlns="b9b0194d-1e98-4efc-bad5-9450f4bf7a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8FE4E6F-A4E5-40F2-8CE2-36663D7A06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4191d5-9b76-4ae3-8401-87ceee92a846"/>
    <ds:schemaRef ds:uri="b9b0194d-1e98-4efc-bad5-9450f4bf7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79BBF-6672-4ABD-B16E-D222A38B6B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6ABDF2-BD05-4010-80BA-3DB41DBF8678}">
  <ds:schemaRefs>
    <ds:schemaRef ds:uri="http://schemas.microsoft.com/office/2006/metadata/properties"/>
    <ds:schemaRef ds:uri="http://schemas.microsoft.com/office/infopath/2007/PartnerControls"/>
    <ds:schemaRef ds:uri="7a4191d5-9b76-4ae3-8401-87ceee92a846"/>
    <ds:schemaRef ds:uri="b9b0194d-1e98-4efc-bad5-9450f4bf7a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ENEL585_F26_ProjectOrientation_Slides_20260902</Template>
  <TotalTime>2057</TotalTime>
  <Words>522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ENEL 585 – Project Orientation</vt:lpstr>
      <vt:lpstr>Introduction</vt:lpstr>
      <vt:lpstr>Background</vt:lpstr>
      <vt:lpstr>Hardware-In-the-Loop (HIL) validation</vt:lpstr>
      <vt:lpstr>Key differences between HIL and hardware</vt:lpstr>
      <vt:lpstr>Today’s tasks</vt:lpstr>
      <vt:lpstr>Today’s tasks</vt:lpstr>
      <vt:lpstr>How-to: Hardware</vt:lpstr>
      <vt:lpstr>How-to: PLECS</vt:lpstr>
      <vt:lpstr>How-to: TyphoonHIL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JT Luterbach</dc:creator>
  <cp:lastModifiedBy>JT Luterbach</cp:lastModifiedBy>
  <cp:revision>1</cp:revision>
  <dcterms:created xsi:type="dcterms:W3CDTF">2026-09-02T17:26:38Z</dcterms:created>
  <dcterms:modified xsi:type="dcterms:W3CDTF">2026-09-04T20:58:06Z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0x010100A14D9A0FA515564792FEACC70AB1043E</vt:lpwstr>
  </property>
  <property fmtid="{D5CDD505-2E9C-101B-9397-08002B2CF9AE}" pid="3" name="Order">
    <vt:r8>20700</vt:r8>
  </property>
</Properties>
</file>