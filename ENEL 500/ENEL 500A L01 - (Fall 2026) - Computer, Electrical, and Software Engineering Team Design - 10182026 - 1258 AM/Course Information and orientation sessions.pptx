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5" r:id="rId15"/>
    <p:sldId id="27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5"/>
    <p:sldId id="278" r:id="rId26"/>
    <p:sldId id="279" r:id="rId27"/>
    <p:sldId id="283" r:id="rId28"/>
    <p:sldId id="280" r:id="rId29"/>
    <p:sldId id="281" r:id="rId30"/>
    <p:sldId id="282" r:id="rId31"/>
    <p:sldId id="284" r:id="rId32"/>
    <p:sldId id="285" r:id="rId33"/>
    <p:sldId id="286" r:id="rId3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B5BCB-F7AF-3A48-9A99-007B3DF7C56B}" v="3" dt="2026-07-03T17:43:18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/>
    <p:restoredTop sz="94384"/>
  </p:normalViewPr>
  <p:slideViewPr>
    <p:cSldViewPr snapToGrid="0" snapToObjects="1">
      <p:cViewPr varScale="1">
        <p:scale>
          <a:sx n="144" d="100"/>
          <a:sy n="144" d="100"/>
        </p:scale>
        <p:origin x="1416" y="176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dreza Zareipour" userId="b04ab559-17aa-4e5c-8c54-092b39de157d" providerId="ADAL" clId="{D3917A1E-BF80-5488-B86D-40B6B02E1074}"/>
    <pc:docChg chg="undo custSel addSld delSld modSld">
      <pc:chgData name="Hamidreza Zareipour" userId="b04ab559-17aa-4e5c-8c54-092b39de157d" providerId="ADAL" clId="{D3917A1E-BF80-5488-B86D-40B6B02E1074}" dt="2026-07-03T17:43:18.025" v="78" actId="478"/>
      <pc:docMkLst>
        <pc:docMk/>
      </pc:docMkLst>
      <pc:sldChg chg="modSp">
        <pc:chgData name="Hamidreza Zareipour" userId="b04ab559-17aa-4e5c-8c54-092b39de157d" providerId="ADAL" clId="{D3917A1E-BF80-5488-B86D-40B6B02E1074}" dt="2026-07-03T17:43:18.025" v="78" actId="478"/>
        <pc:sldMkLst>
          <pc:docMk/>
          <pc:sldMk cId="529697167" sldId="286"/>
        </pc:sldMkLst>
        <pc:graphicFrameChg chg="mod">
          <ac:chgData name="Hamidreza Zareipour" userId="b04ab559-17aa-4e5c-8c54-092b39de157d" providerId="ADAL" clId="{D3917A1E-BF80-5488-B86D-40B6B02E1074}" dt="2026-07-03T17:43:18.025" v="78" actId="478"/>
          <ac:graphicFrameMkLst>
            <pc:docMk/>
            <pc:sldMk cId="529697167" sldId="286"/>
            <ac:graphicFrameMk id="6" creationId="{93C7D0FE-FEF4-BD81-244A-8503A7CD5D2B}"/>
          </ac:graphicFrameMkLst>
        </pc:graphicFrameChg>
      </pc:sldChg>
      <pc:sldChg chg="addSp delSp modSp add del mod setBg">
        <pc:chgData name="Hamidreza Zareipour" userId="b04ab559-17aa-4e5c-8c54-092b39de157d" providerId="ADAL" clId="{D3917A1E-BF80-5488-B86D-40B6B02E1074}" dt="2026-07-03T17:42:17.105" v="74" actId="2696"/>
        <pc:sldMkLst>
          <pc:docMk/>
          <pc:sldMk cId="734137909" sldId="290"/>
        </pc:sldMkLst>
      </pc:sldChg>
      <pc:sldChg chg="modSp add del mod">
        <pc:chgData name="Hamidreza Zareipour" userId="b04ab559-17aa-4e5c-8c54-092b39de157d" providerId="ADAL" clId="{D3917A1E-BF80-5488-B86D-40B6B02E1074}" dt="2026-07-03T17:42:18.999" v="75" actId="2696"/>
        <pc:sldMkLst>
          <pc:docMk/>
          <pc:sldMk cId="1982890296" sldId="29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09DE79-8824-4E32-9541-E7FBACDC4E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B88AB8-950E-4860-93C7-C8EDE03F512B}">
      <dgm:prSet/>
      <dgm:spPr/>
      <dgm:t>
        <a:bodyPr/>
        <a:lstStyle/>
        <a:p>
          <a:r>
            <a:rPr lang="en-US"/>
            <a:t>No industry sponsor? No ENEL!</a:t>
          </a:r>
        </a:p>
      </dgm:t>
    </dgm:pt>
    <dgm:pt modelId="{2995FBA1-25F2-406A-981B-00C926AA28B7}" type="parTrans" cxnId="{8FD658B8-5AF8-40D5-9B55-DB3A7ACCAC38}">
      <dgm:prSet/>
      <dgm:spPr/>
      <dgm:t>
        <a:bodyPr/>
        <a:lstStyle/>
        <a:p>
          <a:endParaRPr lang="en-US"/>
        </a:p>
      </dgm:t>
    </dgm:pt>
    <dgm:pt modelId="{D4538567-A485-4748-8E14-36A987266303}" type="sibTrans" cxnId="{8FD658B8-5AF8-40D5-9B55-DB3A7ACCAC38}">
      <dgm:prSet/>
      <dgm:spPr/>
      <dgm:t>
        <a:bodyPr/>
        <a:lstStyle/>
        <a:p>
          <a:endParaRPr lang="en-US"/>
        </a:p>
      </dgm:t>
    </dgm:pt>
    <dgm:pt modelId="{98793E1C-E953-4012-AAFB-6CEAB5879C16}">
      <dgm:prSet/>
      <dgm:spPr/>
      <dgm:t>
        <a:bodyPr/>
        <a:lstStyle/>
        <a:p>
          <a:r>
            <a:rPr lang="en-US"/>
            <a:t>Research Labs at the University are allowed as a sponsor</a:t>
          </a:r>
        </a:p>
      </dgm:t>
    </dgm:pt>
    <dgm:pt modelId="{BE59127B-1040-4B9B-9365-42A99487A895}" type="parTrans" cxnId="{6A0CD410-05A9-4442-9397-3A0CC12DBFF3}">
      <dgm:prSet/>
      <dgm:spPr/>
      <dgm:t>
        <a:bodyPr/>
        <a:lstStyle/>
        <a:p>
          <a:endParaRPr lang="en-US"/>
        </a:p>
      </dgm:t>
    </dgm:pt>
    <dgm:pt modelId="{32D4A153-7EE0-4FC8-AF24-8861119493A1}" type="sibTrans" cxnId="{6A0CD410-05A9-4442-9397-3A0CC12DBFF3}">
      <dgm:prSet/>
      <dgm:spPr/>
      <dgm:t>
        <a:bodyPr/>
        <a:lstStyle/>
        <a:p>
          <a:endParaRPr lang="en-US"/>
        </a:p>
      </dgm:t>
    </dgm:pt>
    <dgm:pt modelId="{24C544DB-0DB8-47AE-B08D-4B2764F48EFD}">
      <dgm:prSet/>
      <dgm:spPr/>
      <dgm:t>
        <a:bodyPr/>
        <a:lstStyle/>
        <a:p>
          <a:r>
            <a:rPr lang="en-US"/>
            <a:t>Your own idea: Go to ENGG 503/504</a:t>
          </a:r>
        </a:p>
      </dgm:t>
    </dgm:pt>
    <dgm:pt modelId="{1AEA87D4-62AD-4ABF-83C5-B5AAD14AF768}" type="parTrans" cxnId="{F43B5FA2-0585-490D-97BD-E0C6D6C8B387}">
      <dgm:prSet/>
      <dgm:spPr/>
      <dgm:t>
        <a:bodyPr/>
        <a:lstStyle/>
        <a:p>
          <a:endParaRPr lang="en-US"/>
        </a:p>
      </dgm:t>
    </dgm:pt>
    <dgm:pt modelId="{8AFE721C-4531-48F2-8923-DAC9BED6CF05}" type="sibTrans" cxnId="{F43B5FA2-0585-490D-97BD-E0C6D6C8B387}">
      <dgm:prSet/>
      <dgm:spPr/>
      <dgm:t>
        <a:bodyPr/>
        <a:lstStyle/>
        <a:p>
          <a:endParaRPr lang="en-US"/>
        </a:p>
      </dgm:t>
    </dgm:pt>
    <dgm:pt modelId="{3F4EABAC-730B-4446-B0EE-4CF27BDCB7BB}">
      <dgm:prSet/>
      <dgm:spPr/>
      <dgm:t>
        <a:bodyPr/>
        <a:lstStyle/>
        <a:p>
          <a:r>
            <a:rPr lang="en-US"/>
            <a:t>Want to join your finds from other programs: Go to ENGG 501/502</a:t>
          </a:r>
        </a:p>
      </dgm:t>
    </dgm:pt>
    <dgm:pt modelId="{50650F09-66D1-4064-B3CB-9C4F6F2016E6}" type="parTrans" cxnId="{3863BA69-E4B0-4C7F-8F78-E45F9728AE84}">
      <dgm:prSet/>
      <dgm:spPr/>
      <dgm:t>
        <a:bodyPr/>
        <a:lstStyle/>
        <a:p>
          <a:endParaRPr lang="en-US"/>
        </a:p>
      </dgm:t>
    </dgm:pt>
    <dgm:pt modelId="{AFBB7FDB-70EC-4340-BFC1-E4EB25AB342C}" type="sibTrans" cxnId="{3863BA69-E4B0-4C7F-8F78-E45F9728AE84}">
      <dgm:prSet/>
      <dgm:spPr/>
      <dgm:t>
        <a:bodyPr/>
        <a:lstStyle/>
        <a:p>
          <a:endParaRPr lang="en-US"/>
        </a:p>
      </dgm:t>
    </dgm:pt>
    <dgm:pt modelId="{BCB54576-F177-406B-ABE3-43A4758FACF0}" type="pres">
      <dgm:prSet presAssocID="{AA09DE79-8824-4E32-9541-E7FBACDC4E1A}" presName="root" presStyleCnt="0">
        <dgm:presLayoutVars>
          <dgm:dir/>
          <dgm:resizeHandles val="exact"/>
        </dgm:presLayoutVars>
      </dgm:prSet>
      <dgm:spPr/>
    </dgm:pt>
    <dgm:pt modelId="{EAECFCAF-CBC3-4FED-BD98-3F356BC0C5CF}" type="pres">
      <dgm:prSet presAssocID="{A5B88AB8-950E-4860-93C7-C8EDE03F512B}" presName="compNode" presStyleCnt="0"/>
      <dgm:spPr/>
    </dgm:pt>
    <dgm:pt modelId="{F2EB8AD0-8B15-4452-BD9E-8247061900F7}" type="pres">
      <dgm:prSet presAssocID="{A5B88AB8-950E-4860-93C7-C8EDE03F512B}" presName="bgRect" presStyleLbl="bgShp" presStyleIdx="0" presStyleCnt="3"/>
      <dgm:spPr/>
    </dgm:pt>
    <dgm:pt modelId="{E7B02831-C171-4BEC-9319-8F8A094F92E0}" type="pres">
      <dgm:prSet presAssocID="{A5B88AB8-950E-4860-93C7-C8EDE03F512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135534D-03C8-4294-811A-0CB665A85535}" type="pres">
      <dgm:prSet presAssocID="{A5B88AB8-950E-4860-93C7-C8EDE03F512B}" presName="spaceRect" presStyleCnt="0"/>
      <dgm:spPr/>
    </dgm:pt>
    <dgm:pt modelId="{F0C55EAF-EA29-4A1C-B10E-8D10F90E81E3}" type="pres">
      <dgm:prSet presAssocID="{A5B88AB8-950E-4860-93C7-C8EDE03F512B}" presName="parTx" presStyleLbl="revTx" presStyleIdx="0" presStyleCnt="4">
        <dgm:presLayoutVars>
          <dgm:chMax val="0"/>
          <dgm:chPref val="0"/>
        </dgm:presLayoutVars>
      </dgm:prSet>
      <dgm:spPr/>
    </dgm:pt>
    <dgm:pt modelId="{0B6148AD-5405-40D6-BAFF-4287A1085A15}" type="pres">
      <dgm:prSet presAssocID="{A5B88AB8-950E-4860-93C7-C8EDE03F512B}" presName="desTx" presStyleLbl="revTx" presStyleIdx="1" presStyleCnt="4">
        <dgm:presLayoutVars/>
      </dgm:prSet>
      <dgm:spPr/>
    </dgm:pt>
    <dgm:pt modelId="{60A7C536-25C3-4A5C-829E-336296EAAA45}" type="pres">
      <dgm:prSet presAssocID="{D4538567-A485-4748-8E14-36A987266303}" presName="sibTrans" presStyleCnt="0"/>
      <dgm:spPr/>
    </dgm:pt>
    <dgm:pt modelId="{89446F4C-551F-4FB7-AA82-AE7EE238DD89}" type="pres">
      <dgm:prSet presAssocID="{24C544DB-0DB8-47AE-B08D-4B2764F48EFD}" presName="compNode" presStyleCnt="0"/>
      <dgm:spPr/>
    </dgm:pt>
    <dgm:pt modelId="{09DB7E40-4B31-41E6-82E9-3C5C9C15F5B8}" type="pres">
      <dgm:prSet presAssocID="{24C544DB-0DB8-47AE-B08D-4B2764F48EFD}" presName="bgRect" presStyleLbl="bgShp" presStyleIdx="1" presStyleCnt="3"/>
      <dgm:spPr/>
    </dgm:pt>
    <dgm:pt modelId="{E98F7DF4-5D04-4386-9CB9-FCF7CCBED8DD}" type="pres">
      <dgm:prSet presAssocID="{24C544DB-0DB8-47AE-B08D-4B2764F48EF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514A51B-BA4B-4AC4-87D1-FD434188AF8F}" type="pres">
      <dgm:prSet presAssocID="{24C544DB-0DB8-47AE-B08D-4B2764F48EFD}" presName="spaceRect" presStyleCnt="0"/>
      <dgm:spPr/>
    </dgm:pt>
    <dgm:pt modelId="{4310862F-2F63-4C27-B539-DFABF02C9E5A}" type="pres">
      <dgm:prSet presAssocID="{24C544DB-0DB8-47AE-B08D-4B2764F48EFD}" presName="parTx" presStyleLbl="revTx" presStyleIdx="2" presStyleCnt="4">
        <dgm:presLayoutVars>
          <dgm:chMax val="0"/>
          <dgm:chPref val="0"/>
        </dgm:presLayoutVars>
      </dgm:prSet>
      <dgm:spPr/>
    </dgm:pt>
    <dgm:pt modelId="{1AB21A6A-779C-4051-AB92-6E555B18ACD3}" type="pres">
      <dgm:prSet presAssocID="{8AFE721C-4531-48F2-8923-DAC9BED6CF05}" presName="sibTrans" presStyleCnt="0"/>
      <dgm:spPr/>
    </dgm:pt>
    <dgm:pt modelId="{94C18A59-277D-4821-9DE5-E21E2D1C84DD}" type="pres">
      <dgm:prSet presAssocID="{3F4EABAC-730B-4446-B0EE-4CF27BDCB7BB}" presName="compNode" presStyleCnt="0"/>
      <dgm:spPr/>
    </dgm:pt>
    <dgm:pt modelId="{3F8CAF8F-04CE-40EF-91A5-23BD52099B78}" type="pres">
      <dgm:prSet presAssocID="{3F4EABAC-730B-4446-B0EE-4CF27BDCB7BB}" presName="bgRect" presStyleLbl="bgShp" presStyleIdx="2" presStyleCnt="3"/>
      <dgm:spPr/>
    </dgm:pt>
    <dgm:pt modelId="{FA76BA26-C659-4999-8DAB-0C902A1D80C0}" type="pres">
      <dgm:prSet presAssocID="{3F4EABAC-730B-4446-B0EE-4CF27BDCB7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1C902F33-36F1-43B1-96A1-F59A26F4CFF7}" type="pres">
      <dgm:prSet presAssocID="{3F4EABAC-730B-4446-B0EE-4CF27BDCB7BB}" presName="spaceRect" presStyleCnt="0"/>
      <dgm:spPr/>
    </dgm:pt>
    <dgm:pt modelId="{5F7ED8E2-31B3-4101-9578-CCC45DD3660F}" type="pres">
      <dgm:prSet presAssocID="{3F4EABAC-730B-4446-B0EE-4CF27BDCB7B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A0CD410-05A9-4442-9397-3A0CC12DBFF3}" srcId="{A5B88AB8-950E-4860-93C7-C8EDE03F512B}" destId="{98793E1C-E953-4012-AAFB-6CEAB5879C16}" srcOrd="0" destOrd="0" parTransId="{BE59127B-1040-4B9B-9365-42A99487A895}" sibTransId="{32D4A153-7EE0-4FC8-AF24-8861119493A1}"/>
    <dgm:cxn modelId="{F19A7738-9E8D-4D23-A0C5-AB6F025E258D}" type="presOf" srcId="{AA09DE79-8824-4E32-9541-E7FBACDC4E1A}" destId="{BCB54576-F177-406B-ABE3-43A4758FACF0}" srcOrd="0" destOrd="0" presId="urn:microsoft.com/office/officeart/2018/2/layout/IconVerticalSolidList"/>
    <dgm:cxn modelId="{EE509157-5CA6-4187-BA6C-7306EDE37A24}" type="presOf" srcId="{98793E1C-E953-4012-AAFB-6CEAB5879C16}" destId="{0B6148AD-5405-40D6-BAFF-4287A1085A15}" srcOrd="0" destOrd="0" presId="urn:microsoft.com/office/officeart/2018/2/layout/IconVerticalSolidList"/>
    <dgm:cxn modelId="{3863BA69-E4B0-4C7F-8F78-E45F9728AE84}" srcId="{AA09DE79-8824-4E32-9541-E7FBACDC4E1A}" destId="{3F4EABAC-730B-4446-B0EE-4CF27BDCB7BB}" srcOrd="2" destOrd="0" parTransId="{50650F09-66D1-4064-B3CB-9C4F6F2016E6}" sibTransId="{AFBB7FDB-70EC-4340-BFC1-E4EB25AB342C}"/>
    <dgm:cxn modelId="{F43B5FA2-0585-490D-97BD-E0C6D6C8B387}" srcId="{AA09DE79-8824-4E32-9541-E7FBACDC4E1A}" destId="{24C544DB-0DB8-47AE-B08D-4B2764F48EFD}" srcOrd="1" destOrd="0" parTransId="{1AEA87D4-62AD-4ABF-83C5-B5AAD14AF768}" sibTransId="{8AFE721C-4531-48F2-8923-DAC9BED6CF05}"/>
    <dgm:cxn modelId="{1FE1A5A4-AF7F-452F-8615-F85F3A2738F9}" type="presOf" srcId="{24C544DB-0DB8-47AE-B08D-4B2764F48EFD}" destId="{4310862F-2F63-4C27-B539-DFABF02C9E5A}" srcOrd="0" destOrd="0" presId="urn:microsoft.com/office/officeart/2018/2/layout/IconVerticalSolidList"/>
    <dgm:cxn modelId="{8FD658B8-5AF8-40D5-9B55-DB3A7ACCAC38}" srcId="{AA09DE79-8824-4E32-9541-E7FBACDC4E1A}" destId="{A5B88AB8-950E-4860-93C7-C8EDE03F512B}" srcOrd="0" destOrd="0" parTransId="{2995FBA1-25F2-406A-981B-00C926AA28B7}" sibTransId="{D4538567-A485-4748-8E14-36A987266303}"/>
    <dgm:cxn modelId="{34A9CACD-203B-44CF-B2B1-90176F1FF7AC}" type="presOf" srcId="{3F4EABAC-730B-4446-B0EE-4CF27BDCB7BB}" destId="{5F7ED8E2-31B3-4101-9578-CCC45DD3660F}" srcOrd="0" destOrd="0" presId="urn:microsoft.com/office/officeart/2018/2/layout/IconVerticalSolidList"/>
    <dgm:cxn modelId="{917209E9-13D7-4A36-9275-F3E468D74C4F}" type="presOf" srcId="{A5B88AB8-950E-4860-93C7-C8EDE03F512B}" destId="{F0C55EAF-EA29-4A1C-B10E-8D10F90E81E3}" srcOrd="0" destOrd="0" presId="urn:microsoft.com/office/officeart/2018/2/layout/IconVerticalSolidList"/>
    <dgm:cxn modelId="{68FDDC77-2F4D-4DE7-BD0A-B5E0765D9874}" type="presParOf" srcId="{BCB54576-F177-406B-ABE3-43A4758FACF0}" destId="{EAECFCAF-CBC3-4FED-BD98-3F356BC0C5CF}" srcOrd="0" destOrd="0" presId="urn:microsoft.com/office/officeart/2018/2/layout/IconVerticalSolidList"/>
    <dgm:cxn modelId="{45B726A5-5931-4B30-A5A5-6249005170D4}" type="presParOf" srcId="{EAECFCAF-CBC3-4FED-BD98-3F356BC0C5CF}" destId="{F2EB8AD0-8B15-4452-BD9E-8247061900F7}" srcOrd="0" destOrd="0" presId="urn:microsoft.com/office/officeart/2018/2/layout/IconVerticalSolidList"/>
    <dgm:cxn modelId="{77DEE122-8E2C-4AA4-BBDE-0E874BB1F871}" type="presParOf" srcId="{EAECFCAF-CBC3-4FED-BD98-3F356BC0C5CF}" destId="{E7B02831-C171-4BEC-9319-8F8A094F92E0}" srcOrd="1" destOrd="0" presId="urn:microsoft.com/office/officeart/2018/2/layout/IconVerticalSolidList"/>
    <dgm:cxn modelId="{B4F84CF6-B8B3-4D72-A083-2FE375C26F0E}" type="presParOf" srcId="{EAECFCAF-CBC3-4FED-BD98-3F356BC0C5CF}" destId="{6135534D-03C8-4294-811A-0CB665A85535}" srcOrd="2" destOrd="0" presId="urn:microsoft.com/office/officeart/2018/2/layout/IconVerticalSolidList"/>
    <dgm:cxn modelId="{731FD561-6EA2-4DC2-8218-FBA29FA88448}" type="presParOf" srcId="{EAECFCAF-CBC3-4FED-BD98-3F356BC0C5CF}" destId="{F0C55EAF-EA29-4A1C-B10E-8D10F90E81E3}" srcOrd="3" destOrd="0" presId="urn:microsoft.com/office/officeart/2018/2/layout/IconVerticalSolidList"/>
    <dgm:cxn modelId="{0371FEEB-CF00-446E-9B66-1DF5F36F23CC}" type="presParOf" srcId="{EAECFCAF-CBC3-4FED-BD98-3F356BC0C5CF}" destId="{0B6148AD-5405-40D6-BAFF-4287A1085A15}" srcOrd="4" destOrd="0" presId="urn:microsoft.com/office/officeart/2018/2/layout/IconVerticalSolidList"/>
    <dgm:cxn modelId="{6E4A05C9-379A-4772-B65B-95266D482E77}" type="presParOf" srcId="{BCB54576-F177-406B-ABE3-43A4758FACF0}" destId="{60A7C536-25C3-4A5C-829E-336296EAAA45}" srcOrd="1" destOrd="0" presId="urn:microsoft.com/office/officeart/2018/2/layout/IconVerticalSolidList"/>
    <dgm:cxn modelId="{DF39A550-C1F3-48E6-B224-CD9CF02C2C93}" type="presParOf" srcId="{BCB54576-F177-406B-ABE3-43A4758FACF0}" destId="{89446F4C-551F-4FB7-AA82-AE7EE238DD89}" srcOrd="2" destOrd="0" presId="urn:microsoft.com/office/officeart/2018/2/layout/IconVerticalSolidList"/>
    <dgm:cxn modelId="{DD766F93-1AB1-4551-87A6-2BC1D98BA4E9}" type="presParOf" srcId="{89446F4C-551F-4FB7-AA82-AE7EE238DD89}" destId="{09DB7E40-4B31-41E6-82E9-3C5C9C15F5B8}" srcOrd="0" destOrd="0" presId="urn:microsoft.com/office/officeart/2018/2/layout/IconVerticalSolidList"/>
    <dgm:cxn modelId="{ABFCA2E8-33CB-4363-823B-645BD8F90AD6}" type="presParOf" srcId="{89446F4C-551F-4FB7-AA82-AE7EE238DD89}" destId="{E98F7DF4-5D04-4386-9CB9-FCF7CCBED8DD}" srcOrd="1" destOrd="0" presId="urn:microsoft.com/office/officeart/2018/2/layout/IconVerticalSolidList"/>
    <dgm:cxn modelId="{BDA7A8C7-F2CB-4915-A409-74721F6265FE}" type="presParOf" srcId="{89446F4C-551F-4FB7-AA82-AE7EE238DD89}" destId="{F514A51B-BA4B-4AC4-87D1-FD434188AF8F}" srcOrd="2" destOrd="0" presId="urn:microsoft.com/office/officeart/2018/2/layout/IconVerticalSolidList"/>
    <dgm:cxn modelId="{F180E48F-B828-4BBF-8809-F46152B6B99A}" type="presParOf" srcId="{89446F4C-551F-4FB7-AA82-AE7EE238DD89}" destId="{4310862F-2F63-4C27-B539-DFABF02C9E5A}" srcOrd="3" destOrd="0" presId="urn:microsoft.com/office/officeart/2018/2/layout/IconVerticalSolidList"/>
    <dgm:cxn modelId="{95061458-B9E6-4790-9C42-0292A4CE88EB}" type="presParOf" srcId="{BCB54576-F177-406B-ABE3-43A4758FACF0}" destId="{1AB21A6A-779C-4051-AB92-6E555B18ACD3}" srcOrd="3" destOrd="0" presId="urn:microsoft.com/office/officeart/2018/2/layout/IconVerticalSolidList"/>
    <dgm:cxn modelId="{8512CBBE-9AEE-4CF3-B035-B0E4A3A0765F}" type="presParOf" srcId="{BCB54576-F177-406B-ABE3-43A4758FACF0}" destId="{94C18A59-277D-4821-9DE5-E21E2D1C84DD}" srcOrd="4" destOrd="0" presId="urn:microsoft.com/office/officeart/2018/2/layout/IconVerticalSolidList"/>
    <dgm:cxn modelId="{52073925-E518-4D4F-8F6B-147E51E506E0}" type="presParOf" srcId="{94C18A59-277D-4821-9DE5-E21E2D1C84DD}" destId="{3F8CAF8F-04CE-40EF-91A5-23BD52099B78}" srcOrd="0" destOrd="0" presId="urn:microsoft.com/office/officeart/2018/2/layout/IconVerticalSolidList"/>
    <dgm:cxn modelId="{B04C3A92-BA52-451B-B600-0BCF58A5FDE8}" type="presParOf" srcId="{94C18A59-277D-4821-9DE5-E21E2D1C84DD}" destId="{FA76BA26-C659-4999-8DAB-0C902A1D80C0}" srcOrd="1" destOrd="0" presId="urn:microsoft.com/office/officeart/2018/2/layout/IconVerticalSolidList"/>
    <dgm:cxn modelId="{7B877C03-0F98-4E4D-BD37-2AA8C5AA8114}" type="presParOf" srcId="{94C18A59-277D-4821-9DE5-E21E2D1C84DD}" destId="{1C902F33-36F1-43B1-96A1-F59A26F4CFF7}" srcOrd="2" destOrd="0" presId="urn:microsoft.com/office/officeart/2018/2/layout/IconVerticalSolidList"/>
    <dgm:cxn modelId="{1DFB73AC-EF9E-4480-9750-3B6E8E700639}" type="presParOf" srcId="{94C18A59-277D-4821-9DE5-E21E2D1C84DD}" destId="{5F7ED8E2-31B3-4101-9578-CCC45DD366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0F28F-70B5-4434-80DC-EA8F3DE3DB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4E0709-FAB9-4ADF-972A-0B3585BFCC03}">
      <dgm:prSet/>
      <dgm:spPr/>
      <dgm:t>
        <a:bodyPr/>
        <a:lstStyle/>
        <a:p>
          <a:r>
            <a:rPr lang="en-CA"/>
            <a:t>The </a:t>
          </a:r>
          <a:r>
            <a:rPr lang="en-CA" b="1"/>
            <a:t>course coordinator provides feedback only after your proposal is officially submitted</a:t>
          </a:r>
          <a:r>
            <a:rPr lang="en-CA"/>
            <a:t> and reviewed with the full set of proposals (See Initial Project Proposal Submission deadline).</a:t>
          </a:r>
          <a:endParaRPr lang="en-US"/>
        </a:p>
      </dgm:t>
    </dgm:pt>
    <dgm:pt modelId="{01B5397E-982D-4657-969C-B10E63788586}" type="parTrans" cxnId="{E0F485A3-2F8E-4BFC-BD74-FA5212976E9D}">
      <dgm:prSet/>
      <dgm:spPr/>
      <dgm:t>
        <a:bodyPr/>
        <a:lstStyle/>
        <a:p>
          <a:endParaRPr lang="en-US"/>
        </a:p>
      </dgm:t>
    </dgm:pt>
    <dgm:pt modelId="{EE3AA5D0-9073-4A2D-B849-17B5D8BF2472}" type="sibTrans" cxnId="{E0F485A3-2F8E-4BFC-BD74-FA5212976E9D}">
      <dgm:prSet/>
      <dgm:spPr/>
      <dgm:t>
        <a:bodyPr/>
        <a:lstStyle/>
        <a:p>
          <a:endParaRPr lang="en-US"/>
        </a:p>
      </dgm:t>
    </dgm:pt>
    <dgm:pt modelId="{333F2630-C7BD-46A1-A7A8-EB9B8AE1644B}">
      <dgm:prSet/>
      <dgm:spPr/>
      <dgm:t>
        <a:bodyPr/>
        <a:lstStyle/>
        <a:p>
          <a:r>
            <a:rPr lang="en-CA" b="1"/>
            <a:t>Borderline projects</a:t>
          </a:r>
          <a:r>
            <a:rPr lang="en-CA"/>
            <a:t> will receive </a:t>
          </a:r>
          <a:r>
            <a:rPr lang="en-CA" b="1"/>
            <a:t>specific tips and guidelines</a:t>
          </a:r>
          <a:r>
            <a:rPr lang="en-CA"/>
            <a:t> from the instructor and TAs to elevate them to the required level during the </a:t>
          </a:r>
          <a:r>
            <a:rPr lang="en-CA" b="1"/>
            <a:t>initial project proposal review</a:t>
          </a:r>
          <a:r>
            <a:rPr lang="en-CA"/>
            <a:t>.</a:t>
          </a:r>
          <a:endParaRPr lang="en-US"/>
        </a:p>
      </dgm:t>
    </dgm:pt>
    <dgm:pt modelId="{F86DA234-7F55-433F-B6CD-DDD3A5A27C74}" type="parTrans" cxnId="{89053F25-3463-4E6E-9B60-1D10FAEE01C1}">
      <dgm:prSet/>
      <dgm:spPr/>
      <dgm:t>
        <a:bodyPr/>
        <a:lstStyle/>
        <a:p>
          <a:endParaRPr lang="en-US"/>
        </a:p>
      </dgm:t>
    </dgm:pt>
    <dgm:pt modelId="{D356C346-D9D4-4729-90CF-EB5F8A649BFC}" type="sibTrans" cxnId="{89053F25-3463-4E6E-9B60-1D10FAEE01C1}">
      <dgm:prSet/>
      <dgm:spPr/>
      <dgm:t>
        <a:bodyPr/>
        <a:lstStyle/>
        <a:p>
          <a:endParaRPr lang="en-US"/>
        </a:p>
      </dgm:t>
    </dgm:pt>
    <dgm:pt modelId="{278C43F1-5C01-CE49-BF7C-51ECE03D2EF5}" type="pres">
      <dgm:prSet presAssocID="{2050F28F-70B5-4434-80DC-EA8F3DE3DBF2}" presName="linear" presStyleCnt="0">
        <dgm:presLayoutVars>
          <dgm:animLvl val="lvl"/>
          <dgm:resizeHandles val="exact"/>
        </dgm:presLayoutVars>
      </dgm:prSet>
      <dgm:spPr/>
    </dgm:pt>
    <dgm:pt modelId="{6E18C11A-E8E0-7440-B54C-8D506F2BEEAA}" type="pres">
      <dgm:prSet presAssocID="{144E0709-FAB9-4ADF-972A-0B3585BFCC0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CBE9776-02D8-CA4D-8902-18FE2E881221}" type="pres">
      <dgm:prSet presAssocID="{EE3AA5D0-9073-4A2D-B849-17B5D8BF2472}" presName="spacer" presStyleCnt="0"/>
      <dgm:spPr/>
    </dgm:pt>
    <dgm:pt modelId="{40B7B59B-CDD5-1444-B3E5-5B65B10A627E}" type="pres">
      <dgm:prSet presAssocID="{333F2630-C7BD-46A1-A7A8-EB9B8AE1644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1A89E1B-9CE8-964F-B37C-D002A276D477}" type="presOf" srcId="{144E0709-FAB9-4ADF-972A-0B3585BFCC03}" destId="{6E18C11A-E8E0-7440-B54C-8D506F2BEEAA}" srcOrd="0" destOrd="0" presId="urn:microsoft.com/office/officeart/2005/8/layout/vList2"/>
    <dgm:cxn modelId="{89053F25-3463-4E6E-9B60-1D10FAEE01C1}" srcId="{2050F28F-70B5-4434-80DC-EA8F3DE3DBF2}" destId="{333F2630-C7BD-46A1-A7A8-EB9B8AE1644B}" srcOrd="1" destOrd="0" parTransId="{F86DA234-7F55-433F-B6CD-DDD3A5A27C74}" sibTransId="{D356C346-D9D4-4729-90CF-EB5F8A649BFC}"/>
    <dgm:cxn modelId="{A6BFE662-EC5A-0E49-8AB1-1B73E44F0ADA}" type="presOf" srcId="{2050F28F-70B5-4434-80DC-EA8F3DE3DBF2}" destId="{278C43F1-5C01-CE49-BF7C-51ECE03D2EF5}" srcOrd="0" destOrd="0" presId="urn:microsoft.com/office/officeart/2005/8/layout/vList2"/>
    <dgm:cxn modelId="{67A7957C-41FF-1D49-A5EC-F66BD8E7E549}" type="presOf" srcId="{333F2630-C7BD-46A1-A7A8-EB9B8AE1644B}" destId="{40B7B59B-CDD5-1444-B3E5-5B65B10A627E}" srcOrd="0" destOrd="0" presId="urn:microsoft.com/office/officeart/2005/8/layout/vList2"/>
    <dgm:cxn modelId="{E0F485A3-2F8E-4BFC-BD74-FA5212976E9D}" srcId="{2050F28F-70B5-4434-80DC-EA8F3DE3DBF2}" destId="{144E0709-FAB9-4ADF-972A-0B3585BFCC03}" srcOrd="0" destOrd="0" parTransId="{01B5397E-982D-4657-969C-B10E63788586}" sibTransId="{EE3AA5D0-9073-4A2D-B849-17B5D8BF2472}"/>
    <dgm:cxn modelId="{A7FAD053-A764-F344-8E35-8F5C3E6C4543}" type="presParOf" srcId="{278C43F1-5C01-CE49-BF7C-51ECE03D2EF5}" destId="{6E18C11A-E8E0-7440-B54C-8D506F2BEEAA}" srcOrd="0" destOrd="0" presId="urn:microsoft.com/office/officeart/2005/8/layout/vList2"/>
    <dgm:cxn modelId="{40027DA6-F2B4-4C4F-825A-D28D2639C1FF}" type="presParOf" srcId="{278C43F1-5C01-CE49-BF7C-51ECE03D2EF5}" destId="{2CBE9776-02D8-CA4D-8902-18FE2E881221}" srcOrd="1" destOrd="0" presId="urn:microsoft.com/office/officeart/2005/8/layout/vList2"/>
    <dgm:cxn modelId="{9B8ACD8F-7B39-DE47-A4F6-563BB73ED0A9}" type="presParOf" srcId="{278C43F1-5C01-CE49-BF7C-51ECE03D2EF5}" destId="{40B7B59B-CDD5-1444-B3E5-5B65B10A627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0AC622-72FB-4A6C-BDB0-3A0DB099CB4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EE5ECF-5D41-429F-A186-2581C8106292}">
      <dgm:prSet/>
      <dgm:spPr/>
      <dgm:t>
        <a:bodyPr/>
        <a:lstStyle/>
        <a:p>
          <a:r>
            <a:rPr lang="en-CA" b="1"/>
            <a:t>Every student must be in a team by the initial project proposal deadline.</a:t>
          </a:r>
          <a:r>
            <a:rPr lang="en-CA"/>
            <a:t> (See course schedule.)</a:t>
          </a:r>
          <a:endParaRPr lang="en-US"/>
        </a:p>
      </dgm:t>
    </dgm:pt>
    <dgm:pt modelId="{D6EC8E58-50D6-4CE9-A361-6522DD5EC6F1}" type="parTrans" cxnId="{4410592E-7D7D-49E7-9719-2221E9FDB5DB}">
      <dgm:prSet/>
      <dgm:spPr/>
      <dgm:t>
        <a:bodyPr/>
        <a:lstStyle/>
        <a:p>
          <a:endParaRPr lang="en-US"/>
        </a:p>
      </dgm:t>
    </dgm:pt>
    <dgm:pt modelId="{3DB1B9B9-4D75-487C-85B7-B22DDFFE87E0}" type="sibTrans" cxnId="{4410592E-7D7D-49E7-9719-2221E9FDB5DB}">
      <dgm:prSet/>
      <dgm:spPr/>
      <dgm:t>
        <a:bodyPr/>
        <a:lstStyle/>
        <a:p>
          <a:endParaRPr lang="en-US"/>
        </a:p>
      </dgm:t>
    </dgm:pt>
    <dgm:pt modelId="{74BF47B3-015A-45EA-AAD8-5D5802C00EBD}">
      <dgm:prSet/>
      <dgm:spPr/>
      <dgm:t>
        <a:bodyPr/>
        <a:lstStyle/>
        <a:p>
          <a:r>
            <a:rPr lang="en-CA" b="1"/>
            <a:t>If you have no teams yet, contact Dr Z. asap!</a:t>
          </a:r>
          <a:endParaRPr lang="en-US"/>
        </a:p>
      </dgm:t>
    </dgm:pt>
    <dgm:pt modelId="{B18C853E-0083-46C6-9790-40AEF81F8B7F}" type="parTrans" cxnId="{43934F92-C67A-4ADD-BB0F-FC0B48D38C2C}">
      <dgm:prSet/>
      <dgm:spPr/>
      <dgm:t>
        <a:bodyPr/>
        <a:lstStyle/>
        <a:p>
          <a:endParaRPr lang="en-US"/>
        </a:p>
      </dgm:t>
    </dgm:pt>
    <dgm:pt modelId="{43CC1158-A0B2-4072-9F80-DB03BC6D68C2}" type="sibTrans" cxnId="{43934F92-C67A-4ADD-BB0F-FC0B48D38C2C}">
      <dgm:prSet/>
      <dgm:spPr/>
      <dgm:t>
        <a:bodyPr/>
        <a:lstStyle/>
        <a:p>
          <a:endParaRPr lang="en-US"/>
        </a:p>
      </dgm:t>
    </dgm:pt>
    <dgm:pt modelId="{D13130CB-BA76-A04F-9537-3C8D9413D704}" type="pres">
      <dgm:prSet presAssocID="{2E0AC622-72FB-4A6C-BDB0-3A0DB099CB4E}" presName="linear" presStyleCnt="0">
        <dgm:presLayoutVars>
          <dgm:animLvl val="lvl"/>
          <dgm:resizeHandles val="exact"/>
        </dgm:presLayoutVars>
      </dgm:prSet>
      <dgm:spPr/>
    </dgm:pt>
    <dgm:pt modelId="{F1D6D507-B0DD-D244-AB59-5F9225EDD53C}" type="pres">
      <dgm:prSet presAssocID="{43EE5ECF-5D41-429F-A186-2581C810629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36C4F4E-3C77-E948-819F-99C8E4D52F28}" type="pres">
      <dgm:prSet presAssocID="{3DB1B9B9-4D75-487C-85B7-B22DDFFE87E0}" presName="spacer" presStyleCnt="0"/>
      <dgm:spPr/>
    </dgm:pt>
    <dgm:pt modelId="{36BAFC25-D08E-D94D-A5B3-C65B37E075CE}" type="pres">
      <dgm:prSet presAssocID="{74BF47B3-015A-45EA-AAD8-5D5802C00EB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410592E-7D7D-49E7-9719-2221E9FDB5DB}" srcId="{2E0AC622-72FB-4A6C-BDB0-3A0DB099CB4E}" destId="{43EE5ECF-5D41-429F-A186-2581C8106292}" srcOrd="0" destOrd="0" parTransId="{D6EC8E58-50D6-4CE9-A361-6522DD5EC6F1}" sibTransId="{3DB1B9B9-4D75-487C-85B7-B22DDFFE87E0}"/>
    <dgm:cxn modelId="{43934F92-C67A-4ADD-BB0F-FC0B48D38C2C}" srcId="{2E0AC622-72FB-4A6C-BDB0-3A0DB099CB4E}" destId="{74BF47B3-015A-45EA-AAD8-5D5802C00EBD}" srcOrd="1" destOrd="0" parTransId="{B18C853E-0083-46C6-9790-40AEF81F8B7F}" sibTransId="{43CC1158-A0B2-4072-9F80-DB03BC6D68C2}"/>
    <dgm:cxn modelId="{13245CA7-2078-4B48-9D19-D190645BD4B0}" type="presOf" srcId="{43EE5ECF-5D41-429F-A186-2581C8106292}" destId="{F1D6D507-B0DD-D244-AB59-5F9225EDD53C}" srcOrd="0" destOrd="0" presId="urn:microsoft.com/office/officeart/2005/8/layout/vList2"/>
    <dgm:cxn modelId="{D356CBB4-B94A-8140-AE93-A21985A5835A}" type="presOf" srcId="{74BF47B3-015A-45EA-AAD8-5D5802C00EBD}" destId="{36BAFC25-D08E-D94D-A5B3-C65B37E075CE}" srcOrd="0" destOrd="0" presId="urn:microsoft.com/office/officeart/2005/8/layout/vList2"/>
    <dgm:cxn modelId="{FACF47FE-7507-294C-9BD5-D43D65B401E0}" type="presOf" srcId="{2E0AC622-72FB-4A6C-BDB0-3A0DB099CB4E}" destId="{D13130CB-BA76-A04F-9537-3C8D9413D704}" srcOrd="0" destOrd="0" presId="urn:microsoft.com/office/officeart/2005/8/layout/vList2"/>
    <dgm:cxn modelId="{07B7E7AC-3FA6-864A-9CCC-35619B317E6F}" type="presParOf" srcId="{D13130CB-BA76-A04F-9537-3C8D9413D704}" destId="{F1D6D507-B0DD-D244-AB59-5F9225EDD53C}" srcOrd="0" destOrd="0" presId="urn:microsoft.com/office/officeart/2005/8/layout/vList2"/>
    <dgm:cxn modelId="{CD8E8504-945D-074F-9963-C0C5F49CC4E6}" type="presParOf" srcId="{D13130CB-BA76-A04F-9537-3C8D9413D704}" destId="{736C4F4E-3C77-E948-819F-99C8E4D52F28}" srcOrd="1" destOrd="0" presId="urn:microsoft.com/office/officeart/2005/8/layout/vList2"/>
    <dgm:cxn modelId="{3EB65121-2D4F-3844-971A-C9863A79388B}" type="presParOf" srcId="{D13130CB-BA76-A04F-9537-3C8D9413D704}" destId="{36BAFC25-D08E-D94D-A5B3-C65B37E075C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C281E5-36F5-4365-ABF2-864B6CAE504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5A58204-D109-46DA-8FAA-4E6EC26E6A58}">
      <dgm:prSet/>
      <dgm:spPr/>
      <dgm:t>
        <a:bodyPr/>
        <a:lstStyle/>
        <a:p>
          <a:r>
            <a:rPr lang="en-CA"/>
            <a:t>The Instructor and TAs review proposals.</a:t>
          </a:r>
          <a:endParaRPr lang="en-US"/>
        </a:p>
      </dgm:t>
    </dgm:pt>
    <dgm:pt modelId="{A47F4BDA-6193-4D34-82A9-64750F9D6845}" type="parTrans" cxnId="{97B75F0B-7647-428B-B4F6-8605C0B82C00}">
      <dgm:prSet/>
      <dgm:spPr/>
      <dgm:t>
        <a:bodyPr/>
        <a:lstStyle/>
        <a:p>
          <a:endParaRPr lang="en-US"/>
        </a:p>
      </dgm:t>
    </dgm:pt>
    <dgm:pt modelId="{ECEA3A57-2B23-4D1A-AA2D-DBC21B539E3B}" type="sibTrans" cxnId="{97B75F0B-7647-428B-B4F6-8605C0B82C00}">
      <dgm:prSet/>
      <dgm:spPr/>
      <dgm:t>
        <a:bodyPr/>
        <a:lstStyle/>
        <a:p>
          <a:endParaRPr lang="en-US"/>
        </a:p>
      </dgm:t>
    </dgm:pt>
    <dgm:pt modelId="{49C25178-AED6-4568-9648-93971C2FCBB9}">
      <dgm:prSet/>
      <dgm:spPr/>
      <dgm:t>
        <a:bodyPr/>
        <a:lstStyle/>
        <a:p>
          <a:r>
            <a:rPr lang="en-CA"/>
            <a:t>D2L </a:t>
          </a:r>
          <a:r>
            <a:rPr lang="en-CA" b="1"/>
            <a:t>groups</a:t>
          </a:r>
          <a:r>
            <a:rPr lang="en-CA"/>
            <a:t> are created for each project by the TAs.</a:t>
          </a:r>
          <a:endParaRPr lang="en-US"/>
        </a:p>
      </dgm:t>
    </dgm:pt>
    <dgm:pt modelId="{A5B3CCC5-5DDE-49D2-9EBC-6686701B396A}" type="parTrans" cxnId="{79C48ADB-4201-4386-A637-AC29092129F0}">
      <dgm:prSet/>
      <dgm:spPr/>
      <dgm:t>
        <a:bodyPr/>
        <a:lstStyle/>
        <a:p>
          <a:endParaRPr lang="en-US"/>
        </a:p>
      </dgm:t>
    </dgm:pt>
    <dgm:pt modelId="{059E711F-5B99-4427-8C32-591BD30B0419}" type="sibTrans" cxnId="{79C48ADB-4201-4386-A637-AC29092129F0}">
      <dgm:prSet/>
      <dgm:spPr/>
      <dgm:t>
        <a:bodyPr/>
        <a:lstStyle/>
        <a:p>
          <a:endParaRPr lang="en-US"/>
        </a:p>
      </dgm:t>
    </dgm:pt>
    <dgm:pt modelId="{E4CC737C-025E-4768-A524-0C7947F760B5}">
      <dgm:prSet/>
      <dgm:spPr/>
      <dgm:t>
        <a:bodyPr/>
        <a:lstStyle/>
        <a:p>
          <a:r>
            <a:rPr lang="en-CA"/>
            <a:t>Team members are enrolled into D2L groups by the TAs.</a:t>
          </a:r>
          <a:endParaRPr lang="en-US"/>
        </a:p>
      </dgm:t>
    </dgm:pt>
    <dgm:pt modelId="{62554F94-E9F1-41DC-B9FD-C153D5D9199A}" type="parTrans" cxnId="{62DE569A-D9C9-4CA4-B589-E5E855D81D01}">
      <dgm:prSet/>
      <dgm:spPr/>
      <dgm:t>
        <a:bodyPr/>
        <a:lstStyle/>
        <a:p>
          <a:endParaRPr lang="en-US"/>
        </a:p>
      </dgm:t>
    </dgm:pt>
    <dgm:pt modelId="{74FE49B8-569E-439E-A295-6116605AC2A1}" type="sibTrans" cxnId="{62DE569A-D9C9-4CA4-B589-E5E855D81D01}">
      <dgm:prSet/>
      <dgm:spPr/>
      <dgm:t>
        <a:bodyPr/>
        <a:lstStyle/>
        <a:p>
          <a:endParaRPr lang="en-US"/>
        </a:p>
      </dgm:t>
    </dgm:pt>
    <dgm:pt modelId="{E227F2DE-DE0B-483C-8D04-16229745DFFD}">
      <dgm:prSet/>
      <dgm:spPr/>
      <dgm:t>
        <a:bodyPr/>
        <a:lstStyle/>
        <a:p>
          <a:r>
            <a:rPr lang="en-CA" b="1"/>
            <a:t>Initial feedback</a:t>
          </a:r>
          <a:r>
            <a:rPr lang="en-CA"/>
            <a:t> is posted on D2L for each team.</a:t>
          </a:r>
          <a:endParaRPr lang="en-US"/>
        </a:p>
      </dgm:t>
    </dgm:pt>
    <dgm:pt modelId="{7057D608-CDBE-46B6-9350-CEFB09B03CE2}" type="parTrans" cxnId="{AAF64D23-E1C5-4408-B1AD-B980336E248D}">
      <dgm:prSet/>
      <dgm:spPr/>
      <dgm:t>
        <a:bodyPr/>
        <a:lstStyle/>
        <a:p>
          <a:endParaRPr lang="en-US"/>
        </a:p>
      </dgm:t>
    </dgm:pt>
    <dgm:pt modelId="{520E13C9-CC3D-48AD-8BE8-1015CC12EEE2}" type="sibTrans" cxnId="{AAF64D23-E1C5-4408-B1AD-B980336E248D}">
      <dgm:prSet/>
      <dgm:spPr/>
      <dgm:t>
        <a:bodyPr/>
        <a:lstStyle/>
        <a:p>
          <a:endParaRPr lang="en-US"/>
        </a:p>
      </dgm:t>
    </dgm:pt>
    <dgm:pt modelId="{08FF54C7-8E27-EB47-8D20-C7704118C23D}" type="pres">
      <dgm:prSet presAssocID="{FCC281E5-36F5-4365-ABF2-864B6CAE504F}" presName="linear" presStyleCnt="0">
        <dgm:presLayoutVars>
          <dgm:animLvl val="lvl"/>
          <dgm:resizeHandles val="exact"/>
        </dgm:presLayoutVars>
      </dgm:prSet>
      <dgm:spPr/>
    </dgm:pt>
    <dgm:pt modelId="{8DD1E8E7-8949-C348-B67D-AF41880C0795}" type="pres">
      <dgm:prSet presAssocID="{C5A58204-D109-46DA-8FAA-4E6EC26E6A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E1B0E8-8717-A64C-AD79-3A9954C15539}" type="pres">
      <dgm:prSet presAssocID="{ECEA3A57-2B23-4D1A-AA2D-DBC21B539E3B}" presName="spacer" presStyleCnt="0"/>
      <dgm:spPr/>
    </dgm:pt>
    <dgm:pt modelId="{1A51BCDC-09F1-BA49-AC6A-A8D0FB725335}" type="pres">
      <dgm:prSet presAssocID="{49C25178-AED6-4568-9648-93971C2FCB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B1A223-76EE-9C49-8808-DACAA3F47788}" type="pres">
      <dgm:prSet presAssocID="{059E711F-5B99-4427-8C32-591BD30B0419}" presName="spacer" presStyleCnt="0"/>
      <dgm:spPr/>
    </dgm:pt>
    <dgm:pt modelId="{4DD63CB1-5A4A-1D44-8746-9878A1F3EF53}" type="pres">
      <dgm:prSet presAssocID="{E4CC737C-025E-4768-A524-0C7947F760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1428E0-5846-AF48-8BD9-626C16848D6D}" type="pres">
      <dgm:prSet presAssocID="{74FE49B8-569E-439E-A295-6116605AC2A1}" presName="spacer" presStyleCnt="0"/>
      <dgm:spPr/>
    </dgm:pt>
    <dgm:pt modelId="{8B092171-F0A0-A443-B147-294A35DB96F1}" type="pres">
      <dgm:prSet presAssocID="{E227F2DE-DE0B-483C-8D04-16229745DF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B75F0B-7647-428B-B4F6-8605C0B82C00}" srcId="{FCC281E5-36F5-4365-ABF2-864B6CAE504F}" destId="{C5A58204-D109-46DA-8FAA-4E6EC26E6A58}" srcOrd="0" destOrd="0" parTransId="{A47F4BDA-6193-4D34-82A9-64750F9D6845}" sibTransId="{ECEA3A57-2B23-4D1A-AA2D-DBC21B539E3B}"/>
    <dgm:cxn modelId="{AAF64D23-E1C5-4408-B1AD-B980336E248D}" srcId="{FCC281E5-36F5-4365-ABF2-864B6CAE504F}" destId="{E227F2DE-DE0B-483C-8D04-16229745DFFD}" srcOrd="3" destOrd="0" parTransId="{7057D608-CDBE-46B6-9350-CEFB09B03CE2}" sibTransId="{520E13C9-CC3D-48AD-8BE8-1015CC12EEE2}"/>
    <dgm:cxn modelId="{11011468-F7A9-4144-8BF4-ADC7F7429924}" type="presOf" srcId="{E227F2DE-DE0B-483C-8D04-16229745DFFD}" destId="{8B092171-F0A0-A443-B147-294A35DB96F1}" srcOrd="0" destOrd="0" presId="urn:microsoft.com/office/officeart/2005/8/layout/vList2"/>
    <dgm:cxn modelId="{4ADF8E80-4DDF-6D4B-A2F8-4552C571A540}" type="presOf" srcId="{49C25178-AED6-4568-9648-93971C2FCBB9}" destId="{1A51BCDC-09F1-BA49-AC6A-A8D0FB725335}" srcOrd="0" destOrd="0" presId="urn:microsoft.com/office/officeart/2005/8/layout/vList2"/>
    <dgm:cxn modelId="{62DE569A-D9C9-4CA4-B589-E5E855D81D01}" srcId="{FCC281E5-36F5-4365-ABF2-864B6CAE504F}" destId="{E4CC737C-025E-4768-A524-0C7947F760B5}" srcOrd="2" destOrd="0" parTransId="{62554F94-E9F1-41DC-B9FD-C153D5D9199A}" sibTransId="{74FE49B8-569E-439E-A295-6116605AC2A1}"/>
    <dgm:cxn modelId="{0B7201C4-2992-E648-AD5D-FB1AACA35AB1}" type="presOf" srcId="{E4CC737C-025E-4768-A524-0C7947F760B5}" destId="{4DD63CB1-5A4A-1D44-8746-9878A1F3EF53}" srcOrd="0" destOrd="0" presId="urn:microsoft.com/office/officeart/2005/8/layout/vList2"/>
    <dgm:cxn modelId="{F3C2CDD2-503F-E540-BA0C-170B126C232E}" type="presOf" srcId="{FCC281E5-36F5-4365-ABF2-864B6CAE504F}" destId="{08FF54C7-8E27-EB47-8D20-C7704118C23D}" srcOrd="0" destOrd="0" presId="urn:microsoft.com/office/officeart/2005/8/layout/vList2"/>
    <dgm:cxn modelId="{79C48ADB-4201-4386-A637-AC29092129F0}" srcId="{FCC281E5-36F5-4365-ABF2-864B6CAE504F}" destId="{49C25178-AED6-4568-9648-93971C2FCBB9}" srcOrd="1" destOrd="0" parTransId="{A5B3CCC5-5DDE-49D2-9EBC-6686701B396A}" sibTransId="{059E711F-5B99-4427-8C32-591BD30B0419}"/>
    <dgm:cxn modelId="{E80B16F7-ADAA-9749-B8DD-33749ABC142C}" type="presOf" srcId="{C5A58204-D109-46DA-8FAA-4E6EC26E6A58}" destId="{8DD1E8E7-8949-C348-B67D-AF41880C0795}" srcOrd="0" destOrd="0" presId="urn:microsoft.com/office/officeart/2005/8/layout/vList2"/>
    <dgm:cxn modelId="{CAE721FB-F6AE-1441-913E-F8E1A202C861}" type="presParOf" srcId="{08FF54C7-8E27-EB47-8D20-C7704118C23D}" destId="{8DD1E8E7-8949-C348-B67D-AF41880C0795}" srcOrd="0" destOrd="0" presId="urn:microsoft.com/office/officeart/2005/8/layout/vList2"/>
    <dgm:cxn modelId="{F94A4547-45F4-184E-96ED-F5EDC8A1F982}" type="presParOf" srcId="{08FF54C7-8E27-EB47-8D20-C7704118C23D}" destId="{5FE1B0E8-8717-A64C-AD79-3A9954C15539}" srcOrd="1" destOrd="0" presId="urn:microsoft.com/office/officeart/2005/8/layout/vList2"/>
    <dgm:cxn modelId="{0ABC0200-7EE2-BE43-BE5A-A6F0E4027B9B}" type="presParOf" srcId="{08FF54C7-8E27-EB47-8D20-C7704118C23D}" destId="{1A51BCDC-09F1-BA49-AC6A-A8D0FB725335}" srcOrd="2" destOrd="0" presId="urn:microsoft.com/office/officeart/2005/8/layout/vList2"/>
    <dgm:cxn modelId="{45E97A74-4AE3-C640-B673-F9581D9FD876}" type="presParOf" srcId="{08FF54C7-8E27-EB47-8D20-C7704118C23D}" destId="{2DB1A223-76EE-9C49-8808-DACAA3F47788}" srcOrd="3" destOrd="0" presId="urn:microsoft.com/office/officeart/2005/8/layout/vList2"/>
    <dgm:cxn modelId="{6312AFB0-DA89-5243-8E5C-81EC8571CB7E}" type="presParOf" srcId="{08FF54C7-8E27-EB47-8D20-C7704118C23D}" destId="{4DD63CB1-5A4A-1D44-8746-9878A1F3EF53}" srcOrd="4" destOrd="0" presId="urn:microsoft.com/office/officeart/2005/8/layout/vList2"/>
    <dgm:cxn modelId="{0B0E160D-4DF4-C74E-999F-81E785688169}" type="presParOf" srcId="{08FF54C7-8E27-EB47-8D20-C7704118C23D}" destId="{411428E0-5846-AF48-8BD9-626C16848D6D}" srcOrd="5" destOrd="0" presId="urn:microsoft.com/office/officeart/2005/8/layout/vList2"/>
    <dgm:cxn modelId="{9B7563E9-C5A5-1046-87B7-B388654FB897}" type="presParOf" srcId="{08FF54C7-8E27-EB47-8D20-C7704118C23D}" destId="{8B092171-F0A0-A443-B147-294A35DB96F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54EE4B-28EC-4FE8-8FF1-BF900FB00907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375C2DB-5A7F-4FAC-ACC3-63D408DCAD1B}">
      <dgm:prSet/>
      <dgm:spPr/>
      <dgm:t>
        <a:bodyPr/>
        <a:lstStyle/>
        <a:p>
          <a:r>
            <a:rPr lang="en-CA" b="1"/>
            <a:t>Who arranges:</a:t>
          </a:r>
          <a:r>
            <a:rPr lang="en-CA"/>
            <a:t> </a:t>
          </a:r>
          <a:endParaRPr lang="en-US"/>
        </a:p>
      </dgm:t>
    </dgm:pt>
    <dgm:pt modelId="{301A43E2-D03D-43BF-AEFD-136BA3107D43}" type="parTrans" cxnId="{46655226-E65F-4FFC-8E16-8C2BA6B9E215}">
      <dgm:prSet/>
      <dgm:spPr/>
      <dgm:t>
        <a:bodyPr/>
        <a:lstStyle/>
        <a:p>
          <a:endParaRPr lang="en-US"/>
        </a:p>
      </dgm:t>
    </dgm:pt>
    <dgm:pt modelId="{BA2DD2F5-C762-4DC1-A770-4582AF5FE1A3}" type="sibTrans" cxnId="{46655226-E65F-4FFC-8E16-8C2BA6B9E215}">
      <dgm:prSet/>
      <dgm:spPr/>
      <dgm:t>
        <a:bodyPr/>
        <a:lstStyle/>
        <a:p>
          <a:endParaRPr lang="en-US"/>
        </a:p>
      </dgm:t>
    </dgm:pt>
    <dgm:pt modelId="{6A531A5E-9CD7-4102-9BF0-50C27A79E01C}">
      <dgm:prSet/>
      <dgm:spPr/>
      <dgm:t>
        <a:bodyPr/>
        <a:lstStyle/>
        <a:p>
          <a:r>
            <a:rPr lang="en-CA"/>
            <a:t>The </a:t>
          </a:r>
          <a:r>
            <a:rPr lang="en-CA" b="1"/>
            <a:t>TA will initiate</a:t>
          </a:r>
          <a:r>
            <a:rPr lang="en-CA"/>
            <a:t>, </a:t>
          </a:r>
          <a:endParaRPr lang="en-US"/>
        </a:p>
      </dgm:t>
    </dgm:pt>
    <dgm:pt modelId="{31D86A19-93D7-4A4A-A876-FF42F946C661}" type="parTrans" cxnId="{800DC1B5-9881-4FDE-A060-F77ACF350031}">
      <dgm:prSet/>
      <dgm:spPr/>
      <dgm:t>
        <a:bodyPr/>
        <a:lstStyle/>
        <a:p>
          <a:endParaRPr lang="en-US"/>
        </a:p>
      </dgm:t>
    </dgm:pt>
    <dgm:pt modelId="{645E47F5-C98F-4AF9-BA31-CE10C14677C4}" type="sibTrans" cxnId="{800DC1B5-9881-4FDE-A060-F77ACF350031}">
      <dgm:prSet/>
      <dgm:spPr/>
      <dgm:t>
        <a:bodyPr/>
        <a:lstStyle/>
        <a:p>
          <a:endParaRPr lang="en-US"/>
        </a:p>
      </dgm:t>
    </dgm:pt>
    <dgm:pt modelId="{EC544E37-DA02-49F0-A86D-45E11C8A2286}">
      <dgm:prSet/>
      <dgm:spPr/>
      <dgm:t>
        <a:bodyPr/>
        <a:lstStyle/>
        <a:p>
          <a:r>
            <a:rPr lang="en-CA"/>
            <a:t>The </a:t>
          </a:r>
          <a:r>
            <a:rPr lang="en-CA" b="1"/>
            <a:t>team is responsible</a:t>
          </a:r>
          <a:r>
            <a:rPr lang="en-CA"/>
            <a:t> for scheduling.</a:t>
          </a:r>
          <a:endParaRPr lang="en-US"/>
        </a:p>
      </dgm:t>
    </dgm:pt>
    <dgm:pt modelId="{2DD02CD6-37D7-4C49-BB4B-2087ED3419E7}" type="parTrans" cxnId="{BEE345A3-BEC9-4F9B-90C7-DBF8CB1D3433}">
      <dgm:prSet/>
      <dgm:spPr/>
      <dgm:t>
        <a:bodyPr/>
        <a:lstStyle/>
        <a:p>
          <a:endParaRPr lang="en-US"/>
        </a:p>
      </dgm:t>
    </dgm:pt>
    <dgm:pt modelId="{BA7316BA-3524-403E-B1D2-2962AA009D22}" type="sibTrans" cxnId="{BEE345A3-BEC9-4F9B-90C7-DBF8CB1D3433}">
      <dgm:prSet/>
      <dgm:spPr/>
      <dgm:t>
        <a:bodyPr/>
        <a:lstStyle/>
        <a:p>
          <a:endParaRPr lang="en-US"/>
        </a:p>
      </dgm:t>
    </dgm:pt>
    <dgm:pt modelId="{3FFACBC0-0D64-4E6F-9F43-22BEEDBB4106}">
      <dgm:prSet/>
      <dgm:spPr/>
      <dgm:t>
        <a:bodyPr/>
        <a:lstStyle/>
        <a:p>
          <a:r>
            <a:rPr lang="en-CA" b="1"/>
            <a:t>Purpose:</a:t>
          </a:r>
          <a:r>
            <a:rPr lang="en-CA"/>
            <a:t> </a:t>
          </a:r>
          <a:endParaRPr lang="en-US"/>
        </a:p>
      </dgm:t>
    </dgm:pt>
    <dgm:pt modelId="{AB09049E-2C3A-4FE4-BEE2-84C0DBACD6E5}" type="parTrans" cxnId="{638620A1-6847-4755-B42E-5CE06024E8B2}">
      <dgm:prSet/>
      <dgm:spPr/>
      <dgm:t>
        <a:bodyPr/>
        <a:lstStyle/>
        <a:p>
          <a:endParaRPr lang="en-US"/>
        </a:p>
      </dgm:t>
    </dgm:pt>
    <dgm:pt modelId="{B23856E5-6EFF-4EE0-975D-5E89F9D2B1B1}" type="sibTrans" cxnId="{638620A1-6847-4755-B42E-5CE06024E8B2}">
      <dgm:prSet/>
      <dgm:spPr/>
      <dgm:t>
        <a:bodyPr/>
        <a:lstStyle/>
        <a:p>
          <a:endParaRPr lang="en-US"/>
        </a:p>
      </dgm:t>
    </dgm:pt>
    <dgm:pt modelId="{6D81C980-AC12-4EC2-A055-0FA4BB6068FA}">
      <dgm:prSet/>
      <dgm:spPr/>
      <dgm:t>
        <a:bodyPr/>
        <a:lstStyle/>
        <a:p>
          <a:r>
            <a:rPr lang="en-CA"/>
            <a:t>meet‑and‑greet, </a:t>
          </a:r>
          <a:endParaRPr lang="en-US"/>
        </a:p>
      </dgm:t>
    </dgm:pt>
    <dgm:pt modelId="{1334DEDF-7208-47A8-AF0F-209E78E7BE2C}" type="parTrans" cxnId="{F277C87B-D7FA-4E96-87AB-D3E1D814453E}">
      <dgm:prSet/>
      <dgm:spPr/>
      <dgm:t>
        <a:bodyPr/>
        <a:lstStyle/>
        <a:p>
          <a:endParaRPr lang="en-US"/>
        </a:p>
      </dgm:t>
    </dgm:pt>
    <dgm:pt modelId="{9589FECA-AFA2-4EB8-A25F-4444E5425C08}" type="sibTrans" cxnId="{F277C87B-D7FA-4E96-87AB-D3E1D814453E}">
      <dgm:prSet/>
      <dgm:spPr/>
      <dgm:t>
        <a:bodyPr/>
        <a:lstStyle/>
        <a:p>
          <a:endParaRPr lang="en-US"/>
        </a:p>
      </dgm:t>
    </dgm:pt>
    <dgm:pt modelId="{574622ED-9D82-425F-AA5E-80914DE51880}">
      <dgm:prSet/>
      <dgm:spPr/>
      <dgm:t>
        <a:bodyPr/>
        <a:lstStyle/>
        <a:p>
          <a:r>
            <a:rPr lang="en-CA"/>
            <a:t>walk through the proposal, </a:t>
          </a:r>
          <a:endParaRPr lang="en-US"/>
        </a:p>
      </dgm:t>
    </dgm:pt>
    <dgm:pt modelId="{AF3F9E52-5C41-40DA-AD49-CDEB054F116D}" type="parTrans" cxnId="{2C94131F-AF22-4F68-8ABA-478CB4901A2C}">
      <dgm:prSet/>
      <dgm:spPr/>
      <dgm:t>
        <a:bodyPr/>
        <a:lstStyle/>
        <a:p>
          <a:endParaRPr lang="en-US"/>
        </a:p>
      </dgm:t>
    </dgm:pt>
    <dgm:pt modelId="{C6D0A530-6B71-454E-B8AF-E086896EA170}" type="sibTrans" cxnId="{2C94131F-AF22-4F68-8ABA-478CB4901A2C}">
      <dgm:prSet/>
      <dgm:spPr/>
      <dgm:t>
        <a:bodyPr/>
        <a:lstStyle/>
        <a:p>
          <a:endParaRPr lang="en-US"/>
        </a:p>
      </dgm:t>
    </dgm:pt>
    <dgm:pt modelId="{6BB1243B-4781-4695-AEA8-BEBD0F2C7510}">
      <dgm:prSet/>
      <dgm:spPr/>
      <dgm:t>
        <a:bodyPr/>
        <a:lstStyle/>
        <a:p>
          <a:r>
            <a:rPr lang="en-CA"/>
            <a:t>discuss </a:t>
          </a:r>
          <a:r>
            <a:rPr lang="en-CA" b="1"/>
            <a:t>initial feedback</a:t>
          </a:r>
          <a:r>
            <a:rPr lang="en-CA"/>
            <a:t>, </a:t>
          </a:r>
          <a:endParaRPr lang="en-US"/>
        </a:p>
      </dgm:t>
    </dgm:pt>
    <dgm:pt modelId="{3DD10772-42D5-4997-B33C-DB83E99CBF9D}" type="parTrans" cxnId="{27149E64-888C-4C84-87C5-BEE757CFF083}">
      <dgm:prSet/>
      <dgm:spPr/>
      <dgm:t>
        <a:bodyPr/>
        <a:lstStyle/>
        <a:p>
          <a:endParaRPr lang="en-US"/>
        </a:p>
      </dgm:t>
    </dgm:pt>
    <dgm:pt modelId="{ABC32752-49A1-4D05-8018-3337240AD8E2}" type="sibTrans" cxnId="{27149E64-888C-4C84-87C5-BEE757CFF083}">
      <dgm:prSet/>
      <dgm:spPr/>
      <dgm:t>
        <a:bodyPr/>
        <a:lstStyle/>
        <a:p>
          <a:endParaRPr lang="en-US"/>
        </a:p>
      </dgm:t>
    </dgm:pt>
    <dgm:pt modelId="{C2C74ECB-CD20-4B8E-9AAD-A3BB25E9C0E4}">
      <dgm:prSet/>
      <dgm:spPr/>
      <dgm:t>
        <a:bodyPr/>
        <a:lstStyle/>
        <a:p>
          <a:r>
            <a:rPr lang="en-CA"/>
            <a:t>clarify issues, </a:t>
          </a:r>
          <a:endParaRPr lang="en-US"/>
        </a:p>
      </dgm:t>
    </dgm:pt>
    <dgm:pt modelId="{5454002D-4DC2-4111-A1B9-59EF892E3707}" type="parTrans" cxnId="{6770E218-E927-4B45-A303-EE1D2E8FB4C5}">
      <dgm:prSet/>
      <dgm:spPr/>
      <dgm:t>
        <a:bodyPr/>
        <a:lstStyle/>
        <a:p>
          <a:endParaRPr lang="en-US"/>
        </a:p>
      </dgm:t>
    </dgm:pt>
    <dgm:pt modelId="{83D6E292-1F7B-4708-8AF0-DCE1169A1865}" type="sibTrans" cxnId="{6770E218-E927-4B45-A303-EE1D2E8FB4C5}">
      <dgm:prSet/>
      <dgm:spPr/>
      <dgm:t>
        <a:bodyPr/>
        <a:lstStyle/>
        <a:p>
          <a:endParaRPr lang="en-US"/>
        </a:p>
      </dgm:t>
    </dgm:pt>
    <dgm:pt modelId="{AD5A9DCE-D487-4277-B705-DA0D48AED8CE}">
      <dgm:prSet/>
      <dgm:spPr/>
      <dgm:t>
        <a:bodyPr/>
        <a:lstStyle/>
        <a:p>
          <a:r>
            <a:rPr lang="en-CA"/>
            <a:t>and align on next steps per the course timeline.</a:t>
          </a:r>
          <a:endParaRPr lang="en-US"/>
        </a:p>
      </dgm:t>
    </dgm:pt>
    <dgm:pt modelId="{A26B5C38-79F2-4EDF-8C08-B6B730ACD048}" type="parTrans" cxnId="{5CB4D4D6-2AE9-42AF-9683-8DAA9F00B3A9}">
      <dgm:prSet/>
      <dgm:spPr/>
      <dgm:t>
        <a:bodyPr/>
        <a:lstStyle/>
        <a:p>
          <a:endParaRPr lang="en-US"/>
        </a:p>
      </dgm:t>
    </dgm:pt>
    <dgm:pt modelId="{5018666D-6374-4933-82EC-6B8A22DA1B09}" type="sibTrans" cxnId="{5CB4D4D6-2AE9-42AF-9683-8DAA9F00B3A9}">
      <dgm:prSet/>
      <dgm:spPr/>
      <dgm:t>
        <a:bodyPr/>
        <a:lstStyle/>
        <a:p>
          <a:endParaRPr lang="en-US"/>
        </a:p>
      </dgm:t>
    </dgm:pt>
    <dgm:pt modelId="{B8DA9EC1-E3F3-7B49-BD5A-DDE5AE75093D}" type="pres">
      <dgm:prSet presAssocID="{AE54EE4B-28EC-4FE8-8FF1-BF900FB00907}" presName="linear" presStyleCnt="0">
        <dgm:presLayoutVars>
          <dgm:dir/>
          <dgm:animLvl val="lvl"/>
          <dgm:resizeHandles val="exact"/>
        </dgm:presLayoutVars>
      </dgm:prSet>
      <dgm:spPr/>
    </dgm:pt>
    <dgm:pt modelId="{7792D6C8-40FC-8544-8B21-66FA956BBE2B}" type="pres">
      <dgm:prSet presAssocID="{2375C2DB-5A7F-4FAC-ACC3-63D408DCAD1B}" presName="parentLin" presStyleCnt="0"/>
      <dgm:spPr/>
    </dgm:pt>
    <dgm:pt modelId="{33CCB7C1-AB98-2D41-9F37-C5B6260A066C}" type="pres">
      <dgm:prSet presAssocID="{2375C2DB-5A7F-4FAC-ACC3-63D408DCAD1B}" presName="parentLeftMargin" presStyleLbl="node1" presStyleIdx="0" presStyleCnt="2"/>
      <dgm:spPr/>
    </dgm:pt>
    <dgm:pt modelId="{F95EC4AF-DFA1-5E4D-8244-94673A762354}" type="pres">
      <dgm:prSet presAssocID="{2375C2DB-5A7F-4FAC-ACC3-63D408DCAD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78EBDF9-EBE1-8240-A232-C6A97CCA6612}" type="pres">
      <dgm:prSet presAssocID="{2375C2DB-5A7F-4FAC-ACC3-63D408DCAD1B}" presName="negativeSpace" presStyleCnt="0"/>
      <dgm:spPr/>
    </dgm:pt>
    <dgm:pt modelId="{DE001BDE-3BB0-5F4A-95CC-0E25EB634B49}" type="pres">
      <dgm:prSet presAssocID="{2375C2DB-5A7F-4FAC-ACC3-63D408DCAD1B}" presName="childText" presStyleLbl="conFgAcc1" presStyleIdx="0" presStyleCnt="2">
        <dgm:presLayoutVars>
          <dgm:bulletEnabled val="1"/>
        </dgm:presLayoutVars>
      </dgm:prSet>
      <dgm:spPr/>
    </dgm:pt>
    <dgm:pt modelId="{FAFF5F0C-65FE-BA49-9441-020F34520BD5}" type="pres">
      <dgm:prSet presAssocID="{BA2DD2F5-C762-4DC1-A770-4582AF5FE1A3}" presName="spaceBetweenRectangles" presStyleCnt="0"/>
      <dgm:spPr/>
    </dgm:pt>
    <dgm:pt modelId="{422EDD4B-0022-BD44-82E7-E0F690DF7FA3}" type="pres">
      <dgm:prSet presAssocID="{3FFACBC0-0D64-4E6F-9F43-22BEEDBB4106}" presName="parentLin" presStyleCnt="0"/>
      <dgm:spPr/>
    </dgm:pt>
    <dgm:pt modelId="{81F226D1-27CE-EC40-991B-E779FDA5A438}" type="pres">
      <dgm:prSet presAssocID="{3FFACBC0-0D64-4E6F-9F43-22BEEDBB4106}" presName="parentLeftMargin" presStyleLbl="node1" presStyleIdx="0" presStyleCnt="2"/>
      <dgm:spPr/>
    </dgm:pt>
    <dgm:pt modelId="{ADC43F27-5836-9841-B82F-8AE0701BEC8E}" type="pres">
      <dgm:prSet presAssocID="{3FFACBC0-0D64-4E6F-9F43-22BEEDBB410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D25D0C-723A-9442-B05F-D887EE72E2DD}" type="pres">
      <dgm:prSet presAssocID="{3FFACBC0-0D64-4E6F-9F43-22BEEDBB4106}" presName="negativeSpace" presStyleCnt="0"/>
      <dgm:spPr/>
    </dgm:pt>
    <dgm:pt modelId="{ED47CACB-52E5-9140-9057-5D4926395399}" type="pres">
      <dgm:prSet presAssocID="{3FFACBC0-0D64-4E6F-9F43-22BEEDBB410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CCC3F00-7026-E140-A3F5-C652DFF6651F}" type="presOf" srcId="{AD5A9DCE-D487-4277-B705-DA0D48AED8CE}" destId="{ED47CACB-52E5-9140-9057-5D4926395399}" srcOrd="0" destOrd="4" presId="urn:microsoft.com/office/officeart/2005/8/layout/list1"/>
    <dgm:cxn modelId="{6770E218-E927-4B45-A303-EE1D2E8FB4C5}" srcId="{3FFACBC0-0D64-4E6F-9F43-22BEEDBB4106}" destId="{C2C74ECB-CD20-4B8E-9AAD-A3BB25E9C0E4}" srcOrd="3" destOrd="0" parTransId="{5454002D-4DC2-4111-A1B9-59EF892E3707}" sibTransId="{83D6E292-1F7B-4708-8AF0-DCE1169A1865}"/>
    <dgm:cxn modelId="{2C94131F-AF22-4F68-8ABA-478CB4901A2C}" srcId="{3FFACBC0-0D64-4E6F-9F43-22BEEDBB4106}" destId="{574622ED-9D82-425F-AA5E-80914DE51880}" srcOrd="1" destOrd="0" parTransId="{AF3F9E52-5C41-40DA-AD49-CDEB054F116D}" sibTransId="{C6D0A530-6B71-454E-B8AF-E086896EA170}"/>
    <dgm:cxn modelId="{46655226-E65F-4FFC-8E16-8C2BA6B9E215}" srcId="{AE54EE4B-28EC-4FE8-8FF1-BF900FB00907}" destId="{2375C2DB-5A7F-4FAC-ACC3-63D408DCAD1B}" srcOrd="0" destOrd="0" parTransId="{301A43E2-D03D-43BF-AEFD-136BA3107D43}" sibTransId="{BA2DD2F5-C762-4DC1-A770-4582AF5FE1A3}"/>
    <dgm:cxn modelId="{E72C373F-1097-1743-92A7-FA0D2F27C985}" type="presOf" srcId="{3FFACBC0-0D64-4E6F-9F43-22BEEDBB4106}" destId="{ADC43F27-5836-9841-B82F-8AE0701BEC8E}" srcOrd="1" destOrd="0" presId="urn:microsoft.com/office/officeart/2005/8/layout/list1"/>
    <dgm:cxn modelId="{063E4E54-E897-824D-9168-7952FF7BBEBD}" type="presOf" srcId="{3FFACBC0-0D64-4E6F-9F43-22BEEDBB4106}" destId="{81F226D1-27CE-EC40-991B-E779FDA5A438}" srcOrd="0" destOrd="0" presId="urn:microsoft.com/office/officeart/2005/8/layout/list1"/>
    <dgm:cxn modelId="{27149E64-888C-4C84-87C5-BEE757CFF083}" srcId="{3FFACBC0-0D64-4E6F-9F43-22BEEDBB4106}" destId="{6BB1243B-4781-4695-AEA8-BEBD0F2C7510}" srcOrd="2" destOrd="0" parTransId="{3DD10772-42D5-4997-B33C-DB83E99CBF9D}" sibTransId="{ABC32752-49A1-4D05-8018-3337240AD8E2}"/>
    <dgm:cxn modelId="{30E4646C-6E0D-674B-953A-E606DD9B6F90}" type="presOf" srcId="{C2C74ECB-CD20-4B8E-9AAD-A3BB25E9C0E4}" destId="{ED47CACB-52E5-9140-9057-5D4926395399}" srcOrd="0" destOrd="3" presId="urn:microsoft.com/office/officeart/2005/8/layout/list1"/>
    <dgm:cxn modelId="{F277C87B-D7FA-4E96-87AB-D3E1D814453E}" srcId="{3FFACBC0-0D64-4E6F-9F43-22BEEDBB4106}" destId="{6D81C980-AC12-4EC2-A055-0FA4BB6068FA}" srcOrd="0" destOrd="0" parTransId="{1334DEDF-7208-47A8-AF0F-209E78E7BE2C}" sibTransId="{9589FECA-AFA2-4EB8-A25F-4444E5425C08}"/>
    <dgm:cxn modelId="{E0B3088A-7BD0-5A46-AB99-CD4E11C01137}" type="presOf" srcId="{2375C2DB-5A7F-4FAC-ACC3-63D408DCAD1B}" destId="{F95EC4AF-DFA1-5E4D-8244-94673A762354}" srcOrd="1" destOrd="0" presId="urn:microsoft.com/office/officeart/2005/8/layout/list1"/>
    <dgm:cxn modelId="{4DBBD59F-B108-1C4A-860D-396B74C964B4}" type="presOf" srcId="{574622ED-9D82-425F-AA5E-80914DE51880}" destId="{ED47CACB-52E5-9140-9057-5D4926395399}" srcOrd="0" destOrd="1" presId="urn:microsoft.com/office/officeart/2005/8/layout/list1"/>
    <dgm:cxn modelId="{638620A1-6847-4755-B42E-5CE06024E8B2}" srcId="{AE54EE4B-28EC-4FE8-8FF1-BF900FB00907}" destId="{3FFACBC0-0D64-4E6F-9F43-22BEEDBB4106}" srcOrd="1" destOrd="0" parTransId="{AB09049E-2C3A-4FE4-BEE2-84C0DBACD6E5}" sibTransId="{B23856E5-6EFF-4EE0-975D-5E89F9D2B1B1}"/>
    <dgm:cxn modelId="{7B8F05A2-957A-EB45-8DD6-7ECA2E038E6C}" type="presOf" srcId="{EC544E37-DA02-49F0-A86D-45E11C8A2286}" destId="{DE001BDE-3BB0-5F4A-95CC-0E25EB634B49}" srcOrd="0" destOrd="1" presId="urn:microsoft.com/office/officeart/2005/8/layout/list1"/>
    <dgm:cxn modelId="{BEE345A3-BEC9-4F9B-90C7-DBF8CB1D3433}" srcId="{2375C2DB-5A7F-4FAC-ACC3-63D408DCAD1B}" destId="{EC544E37-DA02-49F0-A86D-45E11C8A2286}" srcOrd="1" destOrd="0" parTransId="{2DD02CD6-37D7-4C49-BB4B-2087ED3419E7}" sibTransId="{BA7316BA-3524-403E-B1D2-2962AA009D22}"/>
    <dgm:cxn modelId="{D9489EA6-4CC8-CD4E-998C-42C2A1A33860}" type="presOf" srcId="{6D81C980-AC12-4EC2-A055-0FA4BB6068FA}" destId="{ED47CACB-52E5-9140-9057-5D4926395399}" srcOrd="0" destOrd="0" presId="urn:microsoft.com/office/officeart/2005/8/layout/list1"/>
    <dgm:cxn modelId="{800DC1B5-9881-4FDE-A060-F77ACF350031}" srcId="{2375C2DB-5A7F-4FAC-ACC3-63D408DCAD1B}" destId="{6A531A5E-9CD7-4102-9BF0-50C27A79E01C}" srcOrd="0" destOrd="0" parTransId="{31D86A19-93D7-4A4A-A876-FF42F946C661}" sibTransId="{645E47F5-C98F-4AF9-BA31-CE10C14677C4}"/>
    <dgm:cxn modelId="{510959BC-5FD9-0941-BF03-176E5A39D2A0}" type="presOf" srcId="{2375C2DB-5A7F-4FAC-ACC3-63D408DCAD1B}" destId="{33CCB7C1-AB98-2D41-9F37-C5B6260A066C}" srcOrd="0" destOrd="0" presId="urn:microsoft.com/office/officeart/2005/8/layout/list1"/>
    <dgm:cxn modelId="{F0D240C6-339F-BD4F-BDEC-6EB6C02349B3}" type="presOf" srcId="{6BB1243B-4781-4695-AEA8-BEBD0F2C7510}" destId="{ED47CACB-52E5-9140-9057-5D4926395399}" srcOrd="0" destOrd="2" presId="urn:microsoft.com/office/officeart/2005/8/layout/list1"/>
    <dgm:cxn modelId="{7E444DC8-5746-8049-A738-088914FB2F90}" type="presOf" srcId="{6A531A5E-9CD7-4102-9BF0-50C27A79E01C}" destId="{DE001BDE-3BB0-5F4A-95CC-0E25EB634B49}" srcOrd="0" destOrd="0" presId="urn:microsoft.com/office/officeart/2005/8/layout/list1"/>
    <dgm:cxn modelId="{19F6C1CE-5534-284B-A3C3-F65E6874F663}" type="presOf" srcId="{AE54EE4B-28EC-4FE8-8FF1-BF900FB00907}" destId="{B8DA9EC1-E3F3-7B49-BD5A-DDE5AE75093D}" srcOrd="0" destOrd="0" presId="urn:microsoft.com/office/officeart/2005/8/layout/list1"/>
    <dgm:cxn modelId="{5CB4D4D6-2AE9-42AF-9683-8DAA9F00B3A9}" srcId="{3FFACBC0-0D64-4E6F-9F43-22BEEDBB4106}" destId="{AD5A9DCE-D487-4277-B705-DA0D48AED8CE}" srcOrd="4" destOrd="0" parTransId="{A26B5C38-79F2-4EDF-8C08-B6B730ACD048}" sibTransId="{5018666D-6374-4933-82EC-6B8A22DA1B09}"/>
    <dgm:cxn modelId="{21FA31B7-435A-0448-9ADE-D9312AF0EFC1}" type="presParOf" srcId="{B8DA9EC1-E3F3-7B49-BD5A-DDE5AE75093D}" destId="{7792D6C8-40FC-8544-8B21-66FA956BBE2B}" srcOrd="0" destOrd="0" presId="urn:microsoft.com/office/officeart/2005/8/layout/list1"/>
    <dgm:cxn modelId="{31AEDEBD-E919-314A-9CB6-6F983120C7FD}" type="presParOf" srcId="{7792D6C8-40FC-8544-8B21-66FA956BBE2B}" destId="{33CCB7C1-AB98-2D41-9F37-C5B6260A066C}" srcOrd="0" destOrd="0" presId="urn:microsoft.com/office/officeart/2005/8/layout/list1"/>
    <dgm:cxn modelId="{8D235C75-9B5F-0249-83C0-0ECD48B0DF39}" type="presParOf" srcId="{7792D6C8-40FC-8544-8B21-66FA956BBE2B}" destId="{F95EC4AF-DFA1-5E4D-8244-94673A762354}" srcOrd="1" destOrd="0" presId="urn:microsoft.com/office/officeart/2005/8/layout/list1"/>
    <dgm:cxn modelId="{25602293-9A2E-5546-B1A7-2EA7E9BBE466}" type="presParOf" srcId="{B8DA9EC1-E3F3-7B49-BD5A-DDE5AE75093D}" destId="{F78EBDF9-EBE1-8240-A232-C6A97CCA6612}" srcOrd="1" destOrd="0" presId="urn:microsoft.com/office/officeart/2005/8/layout/list1"/>
    <dgm:cxn modelId="{4D25EB5B-F304-0F41-A568-83E2DC58C02A}" type="presParOf" srcId="{B8DA9EC1-E3F3-7B49-BD5A-DDE5AE75093D}" destId="{DE001BDE-3BB0-5F4A-95CC-0E25EB634B49}" srcOrd="2" destOrd="0" presId="urn:microsoft.com/office/officeart/2005/8/layout/list1"/>
    <dgm:cxn modelId="{601D7E16-0E9E-E748-992F-F0B5E6602E0A}" type="presParOf" srcId="{B8DA9EC1-E3F3-7B49-BD5A-DDE5AE75093D}" destId="{FAFF5F0C-65FE-BA49-9441-020F34520BD5}" srcOrd="3" destOrd="0" presId="urn:microsoft.com/office/officeart/2005/8/layout/list1"/>
    <dgm:cxn modelId="{FDCA2440-C73F-524B-9D9F-52F9C6C2CAD6}" type="presParOf" srcId="{B8DA9EC1-E3F3-7B49-BD5A-DDE5AE75093D}" destId="{422EDD4B-0022-BD44-82E7-E0F690DF7FA3}" srcOrd="4" destOrd="0" presId="urn:microsoft.com/office/officeart/2005/8/layout/list1"/>
    <dgm:cxn modelId="{87EC9529-7F10-174C-BCE4-506FAEE572B6}" type="presParOf" srcId="{422EDD4B-0022-BD44-82E7-E0F690DF7FA3}" destId="{81F226D1-27CE-EC40-991B-E779FDA5A438}" srcOrd="0" destOrd="0" presId="urn:microsoft.com/office/officeart/2005/8/layout/list1"/>
    <dgm:cxn modelId="{ACBFB061-7038-0049-9566-F24C74409463}" type="presParOf" srcId="{422EDD4B-0022-BD44-82E7-E0F690DF7FA3}" destId="{ADC43F27-5836-9841-B82F-8AE0701BEC8E}" srcOrd="1" destOrd="0" presId="urn:microsoft.com/office/officeart/2005/8/layout/list1"/>
    <dgm:cxn modelId="{39DA220C-6446-FE4D-9F09-873D76277959}" type="presParOf" srcId="{B8DA9EC1-E3F3-7B49-BD5A-DDE5AE75093D}" destId="{7DD25D0C-723A-9442-B05F-D887EE72E2DD}" srcOrd="5" destOrd="0" presId="urn:microsoft.com/office/officeart/2005/8/layout/list1"/>
    <dgm:cxn modelId="{65EDD308-AD3E-E74C-A3D9-711D0F4753D6}" type="presParOf" srcId="{B8DA9EC1-E3F3-7B49-BD5A-DDE5AE75093D}" destId="{ED47CACB-52E5-9140-9057-5D49263953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B90DCA-1AF5-4E8B-BD5D-26ECA859E2C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2BA717-03E2-4E02-99AF-F8A2E1E2F34D}">
      <dgm:prSet/>
      <dgm:spPr/>
      <dgm:t>
        <a:bodyPr/>
        <a:lstStyle/>
        <a:p>
          <a:r>
            <a:rPr lang="en-CA" b="1"/>
            <a:t>Submit:</a:t>
          </a:r>
          <a:r>
            <a:rPr lang="en-CA"/>
            <a:t> </a:t>
          </a:r>
          <a:endParaRPr lang="en-US"/>
        </a:p>
      </dgm:t>
    </dgm:pt>
    <dgm:pt modelId="{6FBE15DE-44B6-4723-BF10-FD0FDFE7C954}" type="parTrans" cxnId="{C6AD09B8-5458-405F-9C85-A097DDC3AEB4}">
      <dgm:prSet/>
      <dgm:spPr/>
      <dgm:t>
        <a:bodyPr/>
        <a:lstStyle/>
        <a:p>
          <a:endParaRPr lang="en-US"/>
        </a:p>
      </dgm:t>
    </dgm:pt>
    <dgm:pt modelId="{47F2703E-B1F5-4DA7-BBC4-6302B72187A0}" type="sibTrans" cxnId="{C6AD09B8-5458-405F-9C85-A097DDC3AEB4}">
      <dgm:prSet/>
      <dgm:spPr/>
      <dgm:t>
        <a:bodyPr/>
        <a:lstStyle/>
        <a:p>
          <a:endParaRPr lang="en-US"/>
        </a:p>
      </dgm:t>
    </dgm:pt>
    <dgm:pt modelId="{0CF544CA-867B-4637-8AA3-ECBB123150D4}">
      <dgm:prSet/>
      <dgm:spPr/>
      <dgm:t>
        <a:bodyPr/>
        <a:lstStyle/>
        <a:p>
          <a:r>
            <a:rPr lang="en-CA"/>
            <a:t>The final version of the proposal excel template via </a:t>
          </a:r>
          <a:r>
            <a:rPr lang="en-CA" b="1"/>
            <a:t>D2L</a:t>
          </a:r>
          <a:r>
            <a:rPr lang="en-CA"/>
            <a:t> by the deadline,</a:t>
          </a:r>
          <a:endParaRPr lang="en-US"/>
        </a:p>
      </dgm:t>
    </dgm:pt>
    <dgm:pt modelId="{BE9BE77B-4C69-4FAD-9C6C-CC5043E52E3F}" type="parTrans" cxnId="{50943136-7452-4FAD-8EC5-AF1C198E8FAD}">
      <dgm:prSet/>
      <dgm:spPr/>
      <dgm:t>
        <a:bodyPr/>
        <a:lstStyle/>
        <a:p>
          <a:endParaRPr lang="en-US"/>
        </a:p>
      </dgm:t>
    </dgm:pt>
    <dgm:pt modelId="{7E6934E3-43D3-4EAB-96D3-A7FC4B50C907}" type="sibTrans" cxnId="{50943136-7452-4FAD-8EC5-AF1C198E8FAD}">
      <dgm:prSet/>
      <dgm:spPr/>
      <dgm:t>
        <a:bodyPr/>
        <a:lstStyle/>
        <a:p>
          <a:endParaRPr lang="en-US"/>
        </a:p>
      </dgm:t>
    </dgm:pt>
    <dgm:pt modelId="{D0F8D65C-6B7F-48B0-ABEA-A3164A36AAC7}">
      <dgm:prSet/>
      <dgm:spPr/>
      <dgm:t>
        <a:bodyPr/>
        <a:lstStyle/>
        <a:p>
          <a:r>
            <a:rPr lang="en-CA" b="1"/>
            <a:t>Assessment criteria:</a:t>
          </a:r>
          <a:endParaRPr lang="en-US"/>
        </a:p>
      </dgm:t>
    </dgm:pt>
    <dgm:pt modelId="{A58F0804-7E68-4639-8228-947C747FA179}" type="parTrans" cxnId="{455CC284-6E21-4C26-86C3-A44AE78B9041}">
      <dgm:prSet/>
      <dgm:spPr/>
      <dgm:t>
        <a:bodyPr/>
        <a:lstStyle/>
        <a:p>
          <a:endParaRPr lang="en-US"/>
        </a:p>
      </dgm:t>
    </dgm:pt>
    <dgm:pt modelId="{010E5687-EDBC-4C56-8647-744023B0008D}" type="sibTrans" cxnId="{455CC284-6E21-4C26-86C3-A44AE78B9041}">
      <dgm:prSet/>
      <dgm:spPr/>
      <dgm:t>
        <a:bodyPr/>
        <a:lstStyle/>
        <a:p>
          <a:endParaRPr lang="en-US"/>
        </a:p>
      </dgm:t>
    </dgm:pt>
    <dgm:pt modelId="{3341AA99-FD85-420B-9B7E-734447CBADA7}">
      <dgm:prSet/>
      <dgm:spPr/>
      <dgm:t>
        <a:bodyPr/>
        <a:lstStyle/>
        <a:p>
          <a:r>
            <a:rPr lang="en-CA" b="1"/>
            <a:t>Clarity</a:t>
          </a:r>
          <a:endParaRPr lang="en-US"/>
        </a:p>
      </dgm:t>
    </dgm:pt>
    <dgm:pt modelId="{D3D8782A-CD9A-4C79-B4B1-F1EE7CE93208}" type="parTrans" cxnId="{5B012299-639B-4396-BD1A-5CC4F5EBB282}">
      <dgm:prSet/>
      <dgm:spPr/>
      <dgm:t>
        <a:bodyPr/>
        <a:lstStyle/>
        <a:p>
          <a:endParaRPr lang="en-US"/>
        </a:p>
      </dgm:t>
    </dgm:pt>
    <dgm:pt modelId="{EB7D407B-3D43-4E2F-9A68-73137CA2AB07}" type="sibTrans" cxnId="{5B012299-639B-4396-BD1A-5CC4F5EBB282}">
      <dgm:prSet/>
      <dgm:spPr/>
      <dgm:t>
        <a:bodyPr/>
        <a:lstStyle/>
        <a:p>
          <a:endParaRPr lang="en-US"/>
        </a:p>
      </dgm:t>
    </dgm:pt>
    <dgm:pt modelId="{C2EE444A-C8C1-4FEB-873E-535F2D9EE2C5}">
      <dgm:prSet/>
      <dgm:spPr/>
      <dgm:t>
        <a:bodyPr/>
        <a:lstStyle/>
        <a:p>
          <a:r>
            <a:rPr lang="en-CA" b="1"/>
            <a:t>Completion</a:t>
          </a:r>
          <a:r>
            <a:rPr lang="en-CA"/>
            <a:t> of all sections</a:t>
          </a:r>
          <a:endParaRPr lang="en-US"/>
        </a:p>
      </dgm:t>
    </dgm:pt>
    <dgm:pt modelId="{810C7D4C-C3E9-4C23-B2BF-DFD1687E5ABC}" type="parTrans" cxnId="{FE183C46-E982-4EF0-923E-44D27EE52B78}">
      <dgm:prSet/>
      <dgm:spPr/>
      <dgm:t>
        <a:bodyPr/>
        <a:lstStyle/>
        <a:p>
          <a:endParaRPr lang="en-US"/>
        </a:p>
      </dgm:t>
    </dgm:pt>
    <dgm:pt modelId="{4F1670C5-1D55-4DC3-BB6D-9F64BE4525DE}" type="sibTrans" cxnId="{FE183C46-E982-4EF0-923E-44D27EE52B78}">
      <dgm:prSet/>
      <dgm:spPr/>
      <dgm:t>
        <a:bodyPr/>
        <a:lstStyle/>
        <a:p>
          <a:endParaRPr lang="en-US"/>
        </a:p>
      </dgm:t>
    </dgm:pt>
    <dgm:pt modelId="{CE65F878-F6C3-4523-9FD6-B6DF905FEB34}">
      <dgm:prSet/>
      <dgm:spPr/>
      <dgm:t>
        <a:bodyPr/>
        <a:lstStyle/>
        <a:p>
          <a:r>
            <a:rPr lang="en-CA"/>
            <a:t>Evidence that you </a:t>
          </a:r>
          <a:r>
            <a:rPr lang="en-CA" b="1"/>
            <a:t>addressed prior feedback</a:t>
          </a:r>
          <a:r>
            <a:rPr lang="en-CA"/>
            <a:t> in this final submission</a:t>
          </a:r>
          <a:endParaRPr lang="en-US"/>
        </a:p>
      </dgm:t>
    </dgm:pt>
    <dgm:pt modelId="{DDB5FFB9-A62F-4A9C-9086-0E0322FEF4DF}" type="parTrans" cxnId="{F83F4F1B-2064-48F3-BFBB-7929A59B3AE6}">
      <dgm:prSet/>
      <dgm:spPr/>
      <dgm:t>
        <a:bodyPr/>
        <a:lstStyle/>
        <a:p>
          <a:endParaRPr lang="en-US"/>
        </a:p>
      </dgm:t>
    </dgm:pt>
    <dgm:pt modelId="{AFEDBF21-A2F7-4B55-ADB1-87CD08D0E13B}" type="sibTrans" cxnId="{F83F4F1B-2064-48F3-BFBB-7929A59B3AE6}">
      <dgm:prSet/>
      <dgm:spPr/>
      <dgm:t>
        <a:bodyPr/>
        <a:lstStyle/>
        <a:p>
          <a:endParaRPr lang="en-US"/>
        </a:p>
      </dgm:t>
    </dgm:pt>
    <dgm:pt modelId="{99337355-2ACB-4EF7-A890-2AF5FCA51681}">
      <dgm:prSet/>
      <dgm:spPr/>
      <dgm:t>
        <a:bodyPr/>
        <a:lstStyle/>
        <a:p>
          <a:r>
            <a:rPr lang="en-CA" b="1"/>
            <a:t>Outcome: </a:t>
          </a:r>
          <a:endParaRPr lang="en-US"/>
        </a:p>
      </dgm:t>
    </dgm:pt>
    <dgm:pt modelId="{AEA9E66E-5EE4-44CB-9E02-85D4B53F5333}" type="parTrans" cxnId="{54383A3B-7172-4083-B6CD-991A8DA3ECD2}">
      <dgm:prSet/>
      <dgm:spPr/>
      <dgm:t>
        <a:bodyPr/>
        <a:lstStyle/>
        <a:p>
          <a:endParaRPr lang="en-US"/>
        </a:p>
      </dgm:t>
    </dgm:pt>
    <dgm:pt modelId="{B1F2E88A-4899-4EFE-AA1E-B5827EA0D252}" type="sibTrans" cxnId="{54383A3B-7172-4083-B6CD-991A8DA3ECD2}">
      <dgm:prSet/>
      <dgm:spPr/>
      <dgm:t>
        <a:bodyPr/>
        <a:lstStyle/>
        <a:p>
          <a:endParaRPr lang="en-US"/>
        </a:p>
      </dgm:t>
    </dgm:pt>
    <dgm:pt modelId="{8EF444D8-FAE8-4AA0-8D17-378D949A4E47}">
      <dgm:prSet/>
      <dgm:spPr/>
      <dgm:t>
        <a:bodyPr/>
        <a:lstStyle/>
        <a:p>
          <a:r>
            <a:rPr lang="en-CA" b="1"/>
            <a:t>team</a:t>
          </a:r>
          <a:r>
            <a:rPr lang="en-CA"/>
            <a:t> marks posted the following week;</a:t>
          </a:r>
          <a:endParaRPr lang="en-US"/>
        </a:p>
      </dgm:t>
    </dgm:pt>
    <dgm:pt modelId="{251E9077-0A31-464E-8EFC-7B68E978DFA3}" type="parTrans" cxnId="{F5E80557-60E3-4A02-B249-A66E5C829B58}">
      <dgm:prSet/>
      <dgm:spPr/>
      <dgm:t>
        <a:bodyPr/>
        <a:lstStyle/>
        <a:p>
          <a:endParaRPr lang="en-US"/>
        </a:p>
      </dgm:t>
    </dgm:pt>
    <dgm:pt modelId="{DA918F20-D6D1-496D-8F3B-82BE267576A3}" type="sibTrans" cxnId="{F5E80557-60E3-4A02-B249-A66E5C829B58}">
      <dgm:prSet/>
      <dgm:spPr/>
      <dgm:t>
        <a:bodyPr/>
        <a:lstStyle/>
        <a:p>
          <a:endParaRPr lang="en-US"/>
        </a:p>
      </dgm:t>
    </dgm:pt>
    <dgm:pt modelId="{CE49EF1D-6E1E-4CEA-BFE2-0B067F360CBB}">
      <dgm:prSet/>
      <dgm:spPr/>
      <dgm:t>
        <a:bodyPr/>
        <a:lstStyle/>
        <a:p>
          <a:r>
            <a:rPr lang="en-CA"/>
            <a:t>projects </a:t>
          </a:r>
          <a:r>
            <a:rPr lang="en-CA" b="1"/>
            <a:t>approved/finalized</a:t>
          </a:r>
          <a:r>
            <a:rPr lang="en-CA"/>
            <a:t>.</a:t>
          </a:r>
          <a:endParaRPr lang="en-US"/>
        </a:p>
      </dgm:t>
    </dgm:pt>
    <dgm:pt modelId="{2174FC1F-E938-4EBC-891E-CD908355CA87}" type="parTrans" cxnId="{35BA9910-D45D-4A0B-AAD7-12E7330A46EC}">
      <dgm:prSet/>
      <dgm:spPr/>
      <dgm:t>
        <a:bodyPr/>
        <a:lstStyle/>
        <a:p>
          <a:endParaRPr lang="en-US"/>
        </a:p>
      </dgm:t>
    </dgm:pt>
    <dgm:pt modelId="{EA1728BD-9A19-418A-BC10-AA8326987209}" type="sibTrans" cxnId="{35BA9910-D45D-4A0B-AAD7-12E7330A46EC}">
      <dgm:prSet/>
      <dgm:spPr/>
      <dgm:t>
        <a:bodyPr/>
        <a:lstStyle/>
        <a:p>
          <a:endParaRPr lang="en-US"/>
        </a:p>
      </dgm:t>
    </dgm:pt>
    <dgm:pt modelId="{E081124D-7749-A94F-9D6F-374B8C725124}" type="pres">
      <dgm:prSet presAssocID="{1CB90DCA-1AF5-4E8B-BD5D-26ECA859E2C4}" presName="linear" presStyleCnt="0">
        <dgm:presLayoutVars>
          <dgm:dir/>
          <dgm:animLvl val="lvl"/>
          <dgm:resizeHandles val="exact"/>
        </dgm:presLayoutVars>
      </dgm:prSet>
      <dgm:spPr/>
    </dgm:pt>
    <dgm:pt modelId="{B7B96437-D5DC-6243-9169-24E7F91285EE}" type="pres">
      <dgm:prSet presAssocID="{752BA717-03E2-4E02-99AF-F8A2E1E2F34D}" presName="parentLin" presStyleCnt="0"/>
      <dgm:spPr/>
    </dgm:pt>
    <dgm:pt modelId="{3D33661F-D44D-F143-944D-2D8941D1E882}" type="pres">
      <dgm:prSet presAssocID="{752BA717-03E2-4E02-99AF-F8A2E1E2F34D}" presName="parentLeftMargin" presStyleLbl="node1" presStyleIdx="0" presStyleCnt="3"/>
      <dgm:spPr/>
    </dgm:pt>
    <dgm:pt modelId="{6B63FBEA-EB0B-1D4A-B8CC-032EDED2E304}" type="pres">
      <dgm:prSet presAssocID="{752BA717-03E2-4E02-99AF-F8A2E1E2F3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0AAC5AD-9A1D-2745-960F-46AE6130CB96}" type="pres">
      <dgm:prSet presAssocID="{752BA717-03E2-4E02-99AF-F8A2E1E2F34D}" presName="negativeSpace" presStyleCnt="0"/>
      <dgm:spPr/>
    </dgm:pt>
    <dgm:pt modelId="{10687B67-C625-AE4E-870C-8A20476116D9}" type="pres">
      <dgm:prSet presAssocID="{752BA717-03E2-4E02-99AF-F8A2E1E2F34D}" presName="childText" presStyleLbl="conFgAcc1" presStyleIdx="0" presStyleCnt="3">
        <dgm:presLayoutVars>
          <dgm:bulletEnabled val="1"/>
        </dgm:presLayoutVars>
      </dgm:prSet>
      <dgm:spPr/>
    </dgm:pt>
    <dgm:pt modelId="{D4C62C05-8A62-B547-835D-842DC357A754}" type="pres">
      <dgm:prSet presAssocID="{47F2703E-B1F5-4DA7-BBC4-6302B72187A0}" presName="spaceBetweenRectangles" presStyleCnt="0"/>
      <dgm:spPr/>
    </dgm:pt>
    <dgm:pt modelId="{D35C6FAB-5F4C-8247-A451-44806A800A3C}" type="pres">
      <dgm:prSet presAssocID="{D0F8D65C-6B7F-48B0-ABEA-A3164A36AAC7}" presName="parentLin" presStyleCnt="0"/>
      <dgm:spPr/>
    </dgm:pt>
    <dgm:pt modelId="{6AD19044-193C-D34A-9511-1C540A684E62}" type="pres">
      <dgm:prSet presAssocID="{D0F8D65C-6B7F-48B0-ABEA-A3164A36AAC7}" presName="parentLeftMargin" presStyleLbl="node1" presStyleIdx="0" presStyleCnt="3"/>
      <dgm:spPr/>
    </dgm:pt>
    <dgm:pt modelId="{52934B91-62F2-6D49-AC5F-69A27893BB8B}" type="pres">
      <dgm:prSet presAssocID="{D0F8D65C-6B7F-48B0-ABEA-A3164A36AA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F10D1F3-E83B-FD4A-9B09-4306D182BF8C}" type="pres">
      <dgm:prSet presAssocID="{D0F8D65C-6B7F-48B0-ABEA-A3164A36AAC7}" presName="negativeSpace" presStyleCnt="0"/>
      <dgm:spPr/>
    </dgm:pt>
    <dgm:pt modelId="{60005E18-8001-4945-A245-FDA22F273678}" type="pres">
      <dgm:prSet presAssocID="{D0F8D65C-6B7F-48B0-ABEA-A3164A36AAC7}" presName="childText" presStyleLbl="conFgAcc1" presStyleIdx="1" presStyleCnt="3">
        <dgm:presLayoutVars>
          <dgm:bulletEnabled val="1"/>
        </dgm:presLayoutVars>
      </dgm:prSet>
      <dgm:spPr/>
    </dgm:pt>
    <dgm:pt modelId="{7C1F282F-F01D-3343-863E-1134BA0D233D}" type="pres">
      <dgm:prSet presAssocID="{010E5687-EDBC-4C56-8647-744023B0008D}" presName="spaceBetweenRectangles" presStyleCnt="0"/>
      <dgm:spPr/>
    </dgm:pt>
    <dgm:pt modelId="{12A3DFD8-EC28-E142-92C7-A25509F77221}" type="pres">
      <dgm:prSet presAssocID="{99337355-2ACB-4EF7-A890-2AF5FCA51681}" presName="parentLin" presStyleCnt="0"/>
      <dgm:spPr/>
    </dgm:pt>
    <dgm:pt modelId="{41DA1269-572D-9148-8585-C60571003E1C}" type="pres">
      <dgm:prSet presAssocID="{99337355-2ACB-4EF7-A890-2AF5FCA51681}" presName="parentLeftMargin" presStyleLbl="node1" presStyleIdx="1" presStyleCnt="3"/>
      <dgm:spPr/>
    </dgm:pt>
    <dgm:pt modelId="{8AEE7E51-95DC-CA4C-A176-7789AA08F1FB}" type="pres">
      <dgm:prSet presAssocID="{99337355-2ACB-4EF7-A890-2AF5FCA5168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DA44FF5-B56D-0A40-AF83-2CE19A30181B}" type="pres">
      <dgm:prSet presAssocID="{99337355-2ACB-4EF7-A890-2AF5FCA51681}" presName="negativeSpace" presStyleCnt="0"/>
      <dgm:spPr/>
    </dgm:pt>
    <dgm:pt modelId="{6522A737-ADF3-9846-B97D-A2568CC6AD0E}" type="pres">
      <dgm:prSet presAssocID="{99337355-2ACB-4EF7-A890-2AF5FCA5168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03F3300-D5ED-084F-8271-2F415E57FE68}" type="presOf" srcId="{752BA717-03E2-4E02-99AF-F8A2E1E2F34D}" destId="{3D33661F-D44D-F143-944D-2D8941D1E882}" srcOrd="0" destOrd="0" presId="urn:microsoft.com/office/officeart/2005/8/layout/list1"/>
    <dgm:cxn modelId="{35BA9910-D45D-4A0B-AAD7-12E7330A46EC}" srcId="{99337355-2ACB-4EF7-A890-2AF5FCA51681}" destId="{CE49EF1D-6E1E-4CEA-BFE2-0B067F360CBB}" srcOrd="1" destOrd="0" parTransId="{2174FC1F-E938-4EBC-891E-CD908355CA87}" sibTransId="{EA1728BD-9A19-418A-BC10-AA8326987209}"/>
    <dgm:cxn modelId="{051F6D12-8B22-7B47-B795-F3A2FE957AA1}" type="presOf" srcId="{CE65F878-F6C3-4523-9FD6-B6DF905FEB34}" destId="{60005E18-8001-4945-A245-FDA22F273678}" srcOrd="0" destOrd="2" presId="urn:microsoft.com/office/officeart/2005/8/layout/list1"/>
    <dgm:cxn modelId="{C5623C19-D371-9D43-8560-2FC133C4C195}" type="presOf" srcId="{D0F8D65C-6B7F-48B0-ABEA-A3164A36AAC7}" destId="{52934B91-62F2-6D49-AC5F-69A27893BB8B}" srcOrd="1" destOrd="0" presId="urn:microsoft.com/office/officeart/2005/8/layout/list1"/>
    <dgm:cxn modelId="{F83F4F1B-2064-48F3-BFBB-7929A59B3AE6}" srcId="{D0F8D65C-6B7F-48B0-ABEA-A3164A36AAC7}" destId="{CE65F878-F6C3-4523-9FD6-B6DF905FEB34}" srcOrd="2" destOrd="0" parTransId="{DDB5FFB9-A62F-4A9C-9086-0E0322FEF4DF}" sibTransId="{AFEDBF21-A2F7-4B55-ADB1-87CD08D0E13B}"/>
    <dgm:cxn modelId="{50943136-7452-4FAD-8EC5-AF1C198E8FAD}" srcId="{752BA717-03E2-4E02-99AF-F8A2E1E2F34D}" destId="{0CF544CA-867B-4637-8AA3-ECBB123150D4}" srcOrd="0" destOrd="0" parTransId="{BE9BE77B-4C69-4FAD-9C6C-CC5043E52E3F}" sibTransId="{7E6934E3-43D3-4EAB-96D3-A7FC4B50C907}"/>
    <dgm:cxn modelId="{6104EF36-CE3A-D14E-B128-42A6F7F30B6B}" type="presOf" srcId="{99337355-2ACB-4EF7-A890-2AF5FCA51681}" destId="{41DA1269-572D-9148-8585-C60571003E1C}" srcOrd="0" destOrd="0" presId="urn:microsoft.com/office/officeart/2005/8/layout/list1"/>
    <dgm:cxn modelId="{54383A3B-7172-4083-B6CD-991A8DA3ECD2}" srcId="{1CB90DCA-1AF5-4E8B-BD5D-26ECA859E2C4}" destId="{99337355-2ACB-4EF7-A890-2AF5FCA51681}" srcOrd="2" destOrd="0" parTransId="{AEA9E66E-5EE4-44CB-9E02-85D4B53F5333}" sibTransId="{B1F2E88A-4899-4EFE-AA1E-B5827EA0D252}"/>
    <dgm:cxn modelId="{FE183C46-E982-4EF0-923E-44D27EE52B78}" srcId="{D0F8D65C-6B7F-48B0-ABEA-A3164A36AAC7}" destId="{C2EE444A-C8C1-4FEB-873E-535F2D9EE2C5}" srcOrd="1" destOrd="0" parTransId="{810C7D4C-C3E9-4C23-B2BF-DFD1687E5ABC}" sibTransId="{4F1670C5-1D55-4DC3-BB6D-9F64BE4525DE}"/>
    <dgm:cxn modelId="{EB1F794E-702D-E84A-8717-4678D60CB21B}" type="presOf" srcId="{3341AA99-FD85-420B-9B7E-734447CBADA7}" destId="{60005E18-8001-4945-A245-FDA22F273678}" srcOrd="0" destOrd="0" presId="urn:microsoft.com/office/officeart/2005/8/layout/list1"/>
    <dgm:cxn modelId="{82B75F50-A18E-A64B-8630-06FC7E7147A4}" type="presOf" srcId="{CE49EF1D-6E1E-4CEA-BFE2-0B067F360CBB}" destId="{6522A737-ADF3-9846-B97D-A2568CC6AD0E}" srcOrd="0" destOrd="1" presId="urn:microsoft.com/office/officeart/2005/8/layout/list1"/>
    <dgm:cxn modelId="{F5E80557-60E3-4A02-B249-A66E5C829B58}" srcId="{99337355-2ACB-4EF7-A890-2AF5FCA51681}" destId="{8EF444D8-FAE8-4AA0-8D17-378D949A4E47}" srcOrd="0" destOrd="0" parTransId="{251E9077-0A31-464E-8EFC-7B68E978DFA3}" sibTransId="{DA918F20-D6D1-496D-8F3B-82BE267576A3}"/>
    <dgm:cxn modelId="{455CC284-6E21-4C26-86C3-A44AE78B9041}" srcId="{1CB90DCA-1AF5-4E8B-BD5D-26ECA859E2C4}" destId="{D0F8D65C-6B7F-48B0-ABEA-A3164A36AAC7}" srcOrd="1" destOrd="0" parTransId="{A58F0804-7E68-4639-8228-947C747FA179}" sibTransId="{010E5687-EDBC-4C56-8647-744023B0008D}"/>
    <dgm:cxn modelId="{80CC1386-B4CF-8D4B-891C-DE35A635DCC4}" type="presOf" srcId="{752BA717-03E2-4E02-99AF-F8A2E1E2F34D}" destId="{6B63FBEA-EB0B-1D4A-B8CC-032EDED2E304}" srcOrd="1" destOrd="0" presId="urn:microsoft.com/office/officeart/2005/8/layout/list1"/>
    <dgm:cxn modelId="{E4FB688C-8115-FD4B-8F01-16C109C94562}" type="presOf" srcId="{0CF544CA-867B-4637-8AA3-ECBB123150D4}" destId="{10687B67-C625-AE4E-870C-8A20476116D9}" srcOrd="0" destOrd="0" presId="urn:microsoft.com/office/officeart/2005/8/layout/list1"/>
    <dgm:cxn modelId="{A5F4CB90-BA55-1642-AF4C-453D9AD93786}" type="presOf" srcId="{D0F8D65C-6B7F-48B0-ABEA-A3164A36AAC7}" destId="{6AD19044-193C-D34A-9511-1C540A684E62}" srcOrd="0" destOrd="0" presId="urn:microsoft.com/office/officeart/2005/8/layout/list1"/>
    <dgm:cxn modelId="{5B012299-639B-4396-BD1A-5CC4F5EBB282}" srcId="{D0F8D65C-6B7F-48B0-ABEA-A3164A36AAC7}" destId="{3341AA99-FD85-420B-9B7E-734447CBADA7}" srcOrd="0" destOrd="0" parTransId="{D3D8782A-CD9A-4C79-B4B1-F1EE7CE93208}" sibTransId="{EB7D407B-3D43-4E2F-9A68-73137CA2AB07}"/>
    <dgm:cxn modelId="{A30F319D-5706-F046-8545-965AFD78905F}" type="presOf" srcId="{99337355-2ACB-4EF7-A890-2AF5FCA51681}" destId="{8AEE7E51-95DC-CA4C-A176-7789AA08F1FB}" srcOrd="1" destOrd="0" presId="urn:microsoft.com/office/officeart/2005/8/layout/list1"/>
    <dgm:cxn modelId="{C6AD09B8-5458-405F-9C85-A097DDC3AEB4}" srcId="{1CB90DCA-1AF5-4E8B-BD5D-26ECA859E2C4}" destId="{752BA717-03E2-4E02-99AF-F8A2E1E2F34D}" srcOrd="0" destOrd="0" parTransId="{6FBE15DE-44B6-4723-BF10-FD0FDFE7C954}" sibTransId="{47F2703E-B1F5-4DA7-BBC4-6302B72187A0}"/>
    <dgm:cxn modelId="{1E56F2C6-0F2D-014D-9D05-7FBBE8854F75}" type="presOf" srcId="{C2EE444A-C8C1-4FEB-873E-535F2D9EE2C5}" destId="{60005E18-8001-4945-A245-FDA22F273678}" srcOrd="0" destOrd="1" presId="urn:microsoft.com/office/officeart/2005/8/layout/list1"/>
    <dgm:cxn modelId="{89A201E0-1378-7B44-8767-346E46C51A2C}" type="presOf" srcId="{8EF444D8-FAE8-4AA0-8D17-378D949A4E47}" destId="{6522A737-ADF3-9846-B97D-A2568CC6AD0E}" srcOrd="0" destOrd="0" presId="urn:microsoft.com/office/officeart/2005/8/layout/list1"/>
    <dgm:cxn modelId="{1F813AE2-E725-104B-B429-EE9F2731B5C0}" type="presOf" srcId="{1CB90DCA-1AF5-4E8B-BD5D-26ECA859E2C4}" destId="{E081124D-7749-A94F-9D6F-374B8C725124}" srcOrd="0" destOrd="0" presId="urn:microsoft.com/office/officeart/2005/8/layout/list1"/>
    <dgm:cxn modelId="{094D466E-F84E-7D45-BD00-26D3E8DB8A9A}" type="presParOf" srcId="{E081124D-7749-A94F-9D6F-374B8C725124}" destId="{B7B96437-D5DC-6243-9169-24E7F91285EE}" srcOrd="0" destOrd="0" presId="urn:microsoft.com/office/officeart/2005/8/layout/list1"/>
    <dgm:cxn modelId="{5D117AE8-1577-FE48-BAB0-85A0907637C7}" type="presParOf" srcId="{B7B96437-D5DC-6243-9169-24E7F91285EE}" destId="{3D33661F-D44D-F143-944D-2D8941D1E882}" srcOrd="0" destOrd="0" presId="urn:microsoft.com/office/officeart/2005/8/layout/list1"/>
    <dgm:cxn modelId="{0DC9DC3D-050B-0D46-8ED5-DEDE956FCC33}" type="presParOf" srcId="{B7B96437-D5DC-6243-9169-24E7F91285EE}" destId="{6B63FBEA-EB0B-1D4A-B8CC-032EDED2E304}" srcOrd="1" destOrd="0" presId="urn:microsoft.com/office/officeart/2005/8/layout/list1"/>
    <dgm:cxn modelId="{95309CC3-166A-0941-8468-546EC64C7ADD}" type="presParOf" srcId="{E081124D-7749-A94F-9D6F-374B8C725124}" destId="{60AAC5AD-9A1D-2745-960F-46AE6130CB96}" srcOrd="1" destOrd="0" presId="urn:microsoft.com/office/officeart/2005/8/layout/list1"/>
    <dgm:cxn modelId="{AFC717E4-688B-EB46-BDBB-0D7F2D57207D}" type="presParOf" srcId="{E081124D-7749-A94F-9D6F-374B8C725124}" destId="{10687B67-C625-AE4E-870C-8A20476116D9}" srcOrd="2" destOrd="0" presId="urn:microsoft.com/office/officeart/2005/8/layout/list1"/>
    <dgm:cxn modelId="{CD0CF5BE-8D50-DF44-85CE-733DCEADD2CE}" type="presParOf" srcId="{E081124D-7749-A94F-9D6F-374B8C725124}" destId="{D4C62C05-8A62-B547-835D-842DC357A754}" srcOrd="3" destOrd="0" presId="urn:microsoft.com/office/officeart/2005/8/layout/list1"/>
    <dgm:cxn modelId="{060F8CF4-4374-044E-9C65-224FA829B201}" type="presParOf" srcId="{E081124D-7749-A94F-9D6F-374B8C725124}" destId="{D35C6FAB-5F4C-8247-A451-44806A800A3C}" srcOrd="4" destOrd="0" presId="urn:microsoft.com/office/officeart/2005/8/layout/list1"/>
    <dgm:cxn modelId="{0213B182-1A6C-1346-81E0-50A74C6BEC7F}" type="presParOf" srcId="{D35C6FAB-5F4C-8247-A451-44806A800A3C}" destId="{6AD19044-193C-D34A-9511-1C540A684E62}" srcOrd="0" destOrd="0" presId="urn:microsoft.com/office/officeart/2005/8/layout/list1"/>
    <dgm:cxn modelId="{7974F434-03A4-304B-AE22-FE835E3299F0}" type="presParOf" srcId="{D35C6FAB-5F4C-8247-A451-44806A800A3C}" destId="{52934B91-62F2-6D49-AC5F-69A27893BB8B}" srcOrd="1" destOrd="0" presId="urn:microsoft.com/office/officeart/2005/8/layout/list1"/>
    <dgm:cxn modelId="{74A108F4-0C93-624C-8251-07641D3D53D9}" type="presParOf" srcId="{E081124D-7749-A94F-9D6F-374B8C725124}" destId="{0F10D1F3-E83B-FD4A-9B09-4306D182BF8C}" srcOrd="5" destOrd="0" presId="urn:microsoft.com/office/officeart/2005/8/layout/list1"/>
    <dgm:cxn modelId="{340C2826-6B3D-D146-8753-243F94153A38}" type="presParOf" srcId="{E081124D-7749-A94F-9D6F-374B8C725124}" destId="{60005E18-8001-4945-A245-FDA22F273678}" srcOrd="6" destOrd="0" presId="urn:microsoft.com/office/officeart/2005/8/layout/list1"/>
    <dgm:cxn modelId="{AA68F1EB-0A85-E042-920A-98BFF4A27523}" type="presParOf" srcId="{E081124D-7749-A94F-9D6F-374B8C725124}" destId="{7C1F282F-F01D-3343-863E-1134BA0D233D}" srcOrd="7" destOrd="0" presId="urn:microsoft.com/office/officeart/2005/8/layout/list1"/>
    <dgm:cxn modelId="{08504E6D-20B6-6C41-AD52-3F5D052E15C9}" type="presParOf" srcId="{E081124D-7749-A94F-9D6F-374B8C725124}" destId="{12A3DFD8-EC28-E142-92C7-A25509F77221}" srcOrd="8" destOrd="0" presId="urn:microsoft.com/office/officeart/2005/8/layout/list1"/>
    <dgm:cxn modelId="{18DEC4E3-5436-CB49-9619-4A33ED333F6E}" type="presParOf" srcId="{12A3DFD8-EC28-E142-92C7-A25509F77221}" destId="{41DA1269-572D-9148-8585-C60571003E1C}" srcOrd="0" destOrd="0" presId="urn:microsoft.com/office/officeart/2005/8/layout/list1"/>
    <dgm:cxn modelId="{48DFC223-25FB-B34F-A26E-122C075F1F4B}" type="presParOf" srcId="{12A3DFD8-EC28-E142-92C7-A25509F77221}" destId="{8AEE7E51-95DC-CA4C-A176-7789AA08F1FB}" srcOrd="1" destOrd="0" presId="urn:microsoft.com/office/officeart/2005/8/layout/list1"/>
    <dgm:cxn modelId="{805CF08F-3D88-4747-8BFC-EDE4E9765A66}" type="presParOf" srcId="{E081124D-7749-A94F-9D6F-374B8C725124}" destId="{BDA44FF5-B56D-0A40-AF83-2CE19A30181B}" srcOrd="9" destOrd="0" presId="urn:microsoft.com/office/officeart/2005/8/layout/list1"/>
    <dgm:cxn modelId="{F8E3001D-B112-C641-8C4E-B08FCA3AA750}" type="presParOf" srcId="{E081124D-7749-A94F-9D6F-374B8C725124}" destId="{6522A737-ADF3-9846-B97D-A2568CC6AD0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C7C0B84-6DAB-4483-AC02-87FC9FAAAF6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662A13-4541-40C4-9371-3DBB97B9C0DA}">
      <dgm:prSet/>
      <dgm:spPr/>
      <dgm:t>
        <a:bodyPr/>
        <a:lstStyle/>
        <a:p>
          <a:r>
            <a:rPr lang="en-CA" b="1"/>
            <a:t>Purpose:</a:t>
          </a:r>
          <a:r>
            <a:rPr lang="en-CA"/>
            <a:t> </a:t>
          </a:r>
          <a:endParaRPr lang="en-US"/>
        </a:p>
      </dgm:t>
    </dgm:pt>
    <dgm:pt modelId="{0613C3BC-41AB-4BB1-A7B4-76C7EB9D1D0C}" type="parTrans" cxnId="{295C5482-1651-4815-B374-4939FA5EB875}">
      <dgm:prSet/>
      <dgm:spPr/>
      <dgm:t>
        <a:bodyPr/>
        <a:lstStyle/>
        <a:p>
          <a:endParaRPr lang="en-US"/>
        </a:p>
      </dgm:t>
    </dgm:pt>
    <dgm:pt modelId="{4A6024AB-2D97-4C87-810D-853F885B3D71}" type="sibTrans" cxnId="{295C5482-1651-4815-B374-4939FA5EB875}">
      <dgm:prSet/>
      <dgm:spPr/>
      <dgm:t>
        <a:bodyPr/>
        <a:lstStyle/>
        <a:p>
          <a:endParaRPr lang="en-US"/>
        </a:p>
      </dgm:t>
    </dgm:pt>
    <dgm:pt modelId="{C1D194F6-033A-462A-818C-8582CDAFB551}">
      <dgm:prSet/>
      <dgm:spPr/>
      <dgm:t>
        <a:bodyPr/>
        <a:lstStyle/>
        <a:p>
          <a:r>
            <a:rPr lang="en-CA"/>
            <a:t>Owns logistics and coordination so the team can focus on technical work.</a:t>
          </a:r>
          <a:endParaRPr lang="en-US"/>
        </a:p>
      </dgm:t>
    </dgm:pt>
    <dgm:pt modelId="{D49DBF62-3B6B-4ED8-ABBA-4584D45818A2}" type="parTrans" cxnId="{E95F7C02-376D-4844-9D4C-D748D4BE7ED1}">
      <dgm:prSet/>
      <dgm:spPr/>
      <dgm:t>
        <a:bodyPr/>
        <a:lstStyle/>
        <a:p>
          <a:endParaRPr lang="en-US"/>
        </a:p>
      </dgm:t>
    </dgm:pt>
    <dgm:pt modelId="{462F2846-500A-4D16-8405-2C3B1618E847}" type="sibTrans" cxnId="{E95F7C02-376D-4844-9D4C-D748D4BE7ED1}">
      <dgm:prSet/>
      <dgm:spPr/>
      <dgm:t>
        <a:bodyPr/>
        <a:lstStyle/>
        <a:p>
          <a:endParaRPr lang="en-US"/>
        </a:p>
      </dgm:t>
    </dgm:pt>
    <dgm:pt modelId="{608F6D05-408C-40A3-AE8D-7C9519298E42}">
      <dgm:prSet/>
      <dgm:spPr/>
      <dgm:t>
        <a:bodyPr/>
        <a:lstStyle/>
        <a:p>
          <a:r>
            <a:rPr lang="en-CA" b="1"/>
            <a:t>Important clarification:</a:t>
          </a:r>
          <a:r>
            <a:rPr lang="en-CA"/>
            <a:t> The Project Manager role </a:t>
          </a:r>
          <a:r>
            <a:rPr lang="en-CA" b="1"/>
            <a:t>does not exclude</a:t>
          </a:r>
          <a:r>
            <a:rPr lang="en-CA"/>
            <a:t> the manager from day‑to‑day </a:t>
          </a:r>
          <a:r>
            <a:rPr lang="en-CA" b="1"/>
            <a:t>technical work</a:t>
          </a:r>
          <a:r>
            <a:rPr lang="en-CA"/>
            <a:t>. Treat PM duties as an </a:t>
          </a:r>
          <a:r>
            <a:rPr lang="en-CA" b="1"/>
            <a:t>additional layer of responsibility</a:t>
          </a:r>
          <a:r>
            <a:rPr lang="en-CA"/>
            <a:t> undertaken </a:t>
          </a:r>
          <a:r>
            <a:rPr lang="en-CA" b="1"/>
            <a:t>alongside</a:t>
          </a:r>
          <a:r>
            <a:rPr lang="en-CA"/>
            <a:t> technical contributions; the benefit is </a:t>
          </a:r>
          <a:r>
            <a:rPr lang="en-CA" b="1"/>
            <a:t>practical leadership experience</a:t>
          </a:r>
          <a:r>
            <a:rPr lang="en-CA"/>
            <a:t>.</a:t>
          </a:r>
          <a:endParaRPr lang="en-US"/>
        </a:p>
      </dgm:t>
    </dgm:pt>
    <dgm:pt modelId="{2C81472B-71B6-42F0-A286-323668268F2F}" type="parTrans" cxnId="{4BCF8B36-4657-4799-BCA4-A9BB6921777A}">
      <dgm:prSet/>
      <dgm:spPr/>
      <dgm:t>
        <a:bodyPr/>
        <a:lstStyle/>
        <a:p>
          <a:endParaRPr lang="en-US"/>
        </a:p>
      </dgm:t>
    </dgm:pt>
    <dgm:pt modelId="{28E6ACF8-2815-471E-A190-6FEB90615C05}" type="sibTrans" cxnId="{4BCF8B36-4657-4799-BCA4-A9BB6921777A}">
      <dgm:prSet/>
      <dgm:spPr/>
      <dgm:t>
        <a:bodyPr/>
        <a:lstStyle/>
        <a:p>
          <a:endParaRPr lang="en-US"/>
        </a:p>
      </dgm:t>
    </dgm:pt>
    <dgm:pt modelId="{CEC20DEC-AF9D-4358-8FDA-EFDF3C5CA8EC}">
      <dgm:prSet/>
      <dgm:spPr/>
      <dgm:t>
        <a:bodyPr/>
        <a:lstStyle/>
        <a:p>
          <a:r>
            <a:rPr lang="en-CA" b="1"/>
            <a:t>Core responsibilities</a:t>
          </a:r>
          <a:r>
            <a:rPr lang="en-CA"/>
            <a:t> (non‑exhaustive):</a:t>
          </a:r>
          <a:endParaRPr lang="en-US"/>
        </a:p>
      </dgm:t>
    </dgm:pt>
    <dgm:pt modelId="{3E395EAC-1533-4F76-BDBD-94521937EB55}" type="parTrans" cxnId="{2037F689-222C-4A27-91B6-35F5E7AC1376}">
      <dgm:prSet/>
      <dgm:spPr/>
      <dgm:t>
        <a:bodyPr/>
        <a:lstStyle/>
        <a:p>
          <a:endParaRPr lang="en-US"/>
        </a:p>
      </dgm:t>
    </dgm:pt>
    <dgm:pt modelId="{7D055E6A-E9E1-4E4D-9162-5431091E40E4}" type="sibTrans" cxnId="{2037F689-222C-4A27-91B6-35F5E7AC1376}">
      <dgm:prSet/>
      <dgm:spPr/>
      <dgm:t>
        <a:bodyPr/>
        <a:lstStyle/>
        <a:p>
          <a:endParaRPr lang="en-US"/>
        </a:p>
      </dgm:t>
    </dgm:pt>
    <dgm:pt modelId="{8AC9A68B-F4D6-4AFD-B346-E8537833489E}">
      <dgm:prSet/>
      <dgm:spPr/>
      <dgm:t>
        <a:bodyPr/>
        <a:lstStyle/>
        <a:p>
          <a:r>
            <a:rPr lang="en-CA"/>
            <a:t>Plan and run meetings (agenda, minutes, action items, owners, due dates).</a:t>
          </a:r>
          <a:endParaRPr lang="en-US"/>
        </a:p>
      </dgm:t>
    </dgm:pt>
    <dgm:pt modelId="{37CF5A01-CBC7-43F2-87AB-D6000637820D}" type="parTrans" cxnId="{B73707C6-4100-4304-9D08-B36BDEE4640A}">
      <dgm:prSet/>
      <dgm:spPr/>
      <dgm:t>
        <a:bodyPr/>
        <a:lstStyle/>
        <a:p>
          <a:endParaRPr lang="en-US"/>
        </a:p>
      </dgm:t>
    </dgm:pt>
    <dgm:pt modelId="{F73CBDFB-DD99-4605-89B9-D617A7F754F4}" type="sibTrans" cxnId="{B73707C6-4100-4304-9D08-B36BDEE4640A}">
      <dgm:prSet/>
      <dgm:spPr/>
      <dgm:t>
        <a:bodyPr/>
        <a:lstStyle/>
        <a:p>
          <a:endParaRPr lang="en-US"/>
        </a:p>
      </dgm:t>
    </dgm:pt>
    <dgm:pt modelId="{6DF500B9-55A2-4411-AE08-F360089F1D17}">
      <dgm:prSet/>
      <dgm:spPr/>
      <dgm:t>
        <a:bodyPr/>
        <a:lstStyle/>
        <a:p>
          <a:r>
            <a:rPr lang="en-CA"/>
            <a:t>Maintain the project plan (scope, schedule/milestones, risks, comms cadence).</a:t>
          </a:r>
          <a:endParaRPr lang="en-US"/>
        </a:p>
      </dgm:t>
    </dgm:pt>
    <dgm:pt modelId="{D367F9A2-4AE5-4187-A9E5-2DE2B5333880}" type="parTrans" cxnId="{46CD4481-3EB2-409D-B161-59263D5952E8}">
      <dgm:prSet/>
      <dgm:spPr/>
      <dgm:t>
        <a:bodyPr/>
        <a:lstStyle/>
        <a:p>
          <a:endParaRPr lang="en-US"/>
        </a:p>
      </dgm:t>
    </dgm:pt>
    <dgm:pt modelId="{2BEEDD32-F8D6-4509-8F2D-5DEB98279CBE}" type="sibTrans" cxnId="{46CD4481-3EB2-409D-B161-59263D5952E8}">
      <dgm:prSet/>
      <dgm:spPr/>
      <dgm:t>
        <a:bodyPr/>
        <a:lstStyle/>
        <a:p>
          <a:endParaRPr lang="en-US"/>
        </a:p>
      </dgm:t>
    </dgm:pt>
    <dgm:pt modelId="{89BA7469-A514-4C72-A012-DD5A37E7165C}">
      <dgm:prSet/>
      <dgm:spPr/>
      <dgm:t>
        <a:bodyPr/>
        <a:lstStyle/>
        <a:p>
          <a:r>
            <a:rPr lang="en-CA"/>
            <a:t>Coordinate with the </a:t>
          </a:r>
          <a:r>
            <a:rPr lang="en-CA" b="1"/>
            <a:t>industry sponsor representative</a:t>
          </a:r>
          <a:r>
            <a:rPr lang="en-CA"/>
            <a:t>, </a:t>
          </a:r>
          <a:r>
            <a:rPr lang="en-CA" b="1"/>
            <a:t>academic advisor</a:t>
          </a:r>
          <a:r>
            <a:rPr lang="en-CA"/>
            <a:t>, </a:t>
          </a:r>
          <a:r>
            <a:rPr lang="en-CA" b="1"/>
            <a:t>TA</a:t>
          </a:r>
          <a:r>
            <a:rPr lang="en-CA"/>
            <a:t>, and </a:t>
          </a:r>
          <a:r>
            <a:rPr lang="en-CA" b="1"/>
            <a:t>instructor</a:t>
          </a:r>
          <a:r>
            <a:rPr lang="en-CA"/>
            <a:t>.</a:t>
          </a:r>
          <a:endParaRPr lang="en-US"/>
        </a:p>
      </dgm:t>
    </dgm:pt>
    <dgm:pt modelId="{726887AD-6BAD-412C-930D-B0DC48C98B8D}" type="parTrans" cxnId="{41D6143E-ABEA-4588-BB50-46EAC734AB59}">
      <dgm:prSet/>
      <dgm:spPr/>
      <dgm:t>
        <a:bodyPr/>
        <a:lstStyle/>
        <a:p>
          <a:endParaRPr lang="en-US"/>
        </a:p>
      </dgm:t>
    </dgm:pt>
    <dgm:pt modelId="{4E5DF2D7-873B-402C-A550-952229F19271}" type="sibTrans" cxnId="{41D6143E-ABEA-4588-BB50-46EAC734AB59}">
      <dgm:prSet/>
      <dgm:spPr/>
      <dgm:t>
        <a:bodyPr/>
        <a:lstStyle/>
        <a:p>
          <a:endParaRPr lang="en-US"/>
        </a:p>
      </dgm:t>
    </dgm:pt>
    <dgm:pt modelId="{203961E1-909A-41ED-A409-4F3799DA3B1C}">
      <dgm:prSet/>
      <dgm:spPr/>
      <dgm:t>
        <a:bodyPr/>
        <a:lstStyle/>
        <a:p>
          <a:r>
            <a:rPr lang="en-CA"/>
            <a:t>Ensure deliverables (proposal, design roadmap, reviews, demo, final report) are submitted on time and in the required formats.</a:t>
          </a:r>
          <a:endParaRPr lang="en-US"/>
        </a:p>
      </dgm:t>
    </dgm:pt>
    <dgm:pt modelId="{3C163EF2-CE03-4A77-B0F3-0F2CEB7B3941}" type="parTrans" cxnId="{A3199BC1-3CDA-4D86-BD3D-115C44F584A5}">
      <dgm:prSet/>
      <dgm:spPr/>
      <dgm:t>
        <a:bodyPr/>
        <a:lstStyle/>
        <a:p>
          <a:endParaRPr lang="en-US"/>
        </a:p>
      </dgm:t>
    </dgm:pt>
    <dgm:pt modelId="{ED0E7567-EAF8-4934-8CCB-85782AD17AC6}" type="sibTrans" cxnId="{A3199BC1-3CDA-4D86-BD3D-115C44F584A5}">
      <dgm:prSet/>
      <dgm:spPr/>
      <dgm:t>
        <a:bodyPr/>
        <a:lstStyle/>
        <a:p>
          <a:endParaRPr lang="en-US"/>
        </a:p>
      </dgm:t>
    </dgm:pt>
    <dgm:pt modelId="{143A3EDD-08AA-4410-A2D4-73AE0715D1F6}">
      <dgm:prSet/>
      <dgm:spPr/>
      <dgm:t>
        <a:bodyPr/>
        <a:lstStyle/>
        <a:p>
          <a:r>
            <a:rPr lang="en-CA"/>
            <a:t>Track decisions and change control; keep stakeholders informed.</a:t>
          </a:r>
          <a:endParaRPr lang="en-US"/>
        </a:p>
      </dgm:t>
    </dgm:pt>
    <dgm:pt modelId="{ED3B41EA-0855-4562-9F83-EC30C01DFC64}" type="parTrans" cxnId="{70BEF720-5F4C-459A-9C12-A2AAE11B7129}">
      <dgm:prSet/>
      <dgm:spPr/>
      <dgm:t>
        <a:bodyPr/>
        <a:lstStyle/>
        <a:p>
          <a:endParaRPr lang="en-US"/>
        </a:p>
      </dgm:t>
    </dgm:pt>
    <dgm:pt modelId="{E3BC8D11-A424-4BE3-97C2-67F6731D824E}" type="sibTrans" cxnId="{70BEF720-5F4C-459A-9C12-A2AAE11B7129}">
      <dgm:prSet/>
      <dgm:spPr/>
      <dgm:t>
        <a:bodyPr/>
        <a:lstStyle/>
        <a:p>
          <a:endParaRPr lang="en-US"/>
        </a:p>
      </dgm:t>
    </dgm:pt>
    <dgm:pt modelId="{E82C9C96-834C-498E-87B8-734A735404D9}">
      <dgm:prSet/>
      <dgm:spPr/>
      <dgm:t>
        <a:bodyPr/>
        <a:lstStyle/>
        <a:p>
          <a:r>
            <a:rPr lang="en-CA" b="1"/>
            <a:t>Rotation:</a:t>
          </a:r>
          <a:endParaRPr lang="en-US"/>
        </a:p>
      </dgm:t>
    </dgm:pt>
    <dgm:pt modelId="{2AA5E4FA-8C67-4446-90F9-1EEF97C15B52}" type="parTrans" cxnId="{6329951D-AC8F-44ED-BBCB-44AA2C5843EB}">
      <dgm:prSet/>
      <dgm:spPr/>
      <dgm:t>
        <a:bodyPr/>
        <a:lstStyle/>
        <a:p>
          <a:endParaRPr lang="en-US"/>
        </a:p>
      </dgm:t>
    </dgm:pt>
    <dgm:pt modelId="{7EED40D0-7FE7-401B-8574-EA1D110F29A7}" type="sibTrans" cxnId="{6329951D-AC8F-44ED-BBCB-44AA2C5843EB}">
      <dgm:prSet/>
      <dgm:spPr/>
      <dgm:t>
        <a:bodyPr/>
        <a:lstStyle/>
        <a:p>
          <a:endParaRPr lang="en-US"/>
        </a:p>
      </dgm:t>
    </dgm:pt>
    <dgm:pt modelId="{E77DD3D1-440F-4757-ACAB-E5C2FCD4472B}">
      <dgm:prSet/>
      <dgm:spPr/>
      <dgm:t>
        <a:bodyPr/>
        <a:lstStyle/>
        <a:p>
          <a:r>
            <a:rPr lang="en-CA"/>
            <a:t>The </a:t>
          </a:r>
          <a:r>
            <a:rPr lang="en-CA" b="1"/>
            <a:t>Project Manager role should rotate</a:t>
          </a:r>
          <a:r>
            <a:rPr lang="en-CA"/>
            <a:t> among team members. You may plan rotations across </a:t>
          </a:r>
          <a:r>
            <a:rPr lang="en-CA" b="1"/>
            <a:t>Fall and Winter </a:t>
          </a:r>
          <a:r>
            <a:rPr lang="en-CA"/>
            <a:t>terms; the </a:t>
          </a:r>
          <a:r>
            <a:rPr lang="en-CA" b="1"/>
            <a:t>team decides timing</a:t>
          </a:r>
          <a:r>
            <a:rPr lang="en-CA"/>
            <a:t>.</a:t>
          </a:r>
          <a:endParaRPr lang="en-US"/>
        </a:p>
      </dgm:t>
    </dgm:pt>
    <dgm:pt modelId="{6DBEF8A7-EA39-42CE-9061-B4B9534836E1}" type="parTrans" cxnId="{9F9AE711-D65D-4125-84C6-4C048929F8F9}">
      <dgm:prSet/>
      <dgm:spPr/>
      <dgm:t>
        <a:bodyPr/>
        <a:lstStyle/>
        <a:p>
          <a:endParaRPr lang="en-US"/>
        </a:p>
      </dgm:t>
    </dgm:pt>
    <dgm:pt modelId="{9CA5A69F-AB90-40EF-825A-F52995295C19}" type="sibTrans" cxnId="{9F9AE711-D65D-4125-84C6-4C048929F8F9}">
      <dgm:prSet/>
      <dgm:spPr/>
      <dgm:t>
        <a:bodyPr/>
        <a:lstStyle/>
        <a:p>
          <a:endParaRPr lang="en-US"/>
        </a:p>
      </dgm:t>
    </dgm:pt>
    <dgm:pt modelId="{6E718A4E-0FF0-4297-9D1F-BD23BCC02342}">
      <dgm:prSet/>
      <dgm:spPr/>
      <dgm:t>
        <a:bodyPr/>
        <a:lstStyle/>
        <a:p>
          <a:r>
            <a:rPr lang="en-CA"/>
            <a:t>If you choose </a:t>
          </a:r>
          <a:r>
            <a:rPr lang="en-CA" b="1"/>
            <a:t>one PM for the entire project</a:t>
          </a:r>
          <a:r>
            <a:rPr lang="en-CA"/>
            <a:t>, that student still </a:t>
          </a:r>
          <a:r>
            <a:rPr lang="en-CA" b="1"/>
            <a:t>participates in technical work</a:t>
          </a:r>
          <a:r>
            <a:rPr lang="en-CA"/>
            <a:t>—PM duties are </a:t>
          </a:r>
          <a:r>
            <a:rPr lang="en-CA" b="1"/>
            <a:t>additional</a:t>
          </a:r>
          <a:r>
            <a:rPr lang="en-CA"/>
            <a:t>. The benefit: practical leadership/management experience.</a:t>
          </a:r>
          <a:endParaRPr lang="en-US"/>
        </a:p>
      </dgm:t>
    </dgm:pt>
    <dgm:pt modelId="{27D88E18-D8A1-4766-85A6-34A511578D7C}" type="parTrans" cxnId="{72E82E72-770A-4CD9-9940-B5D3AB4B96B7}">
      <dgm:prSet/>
      <dgm:spPr/>
      <dgm:t>
        <a:bodyPr/>
        <a:lstStyle/>
        <a:p>
          <a:endParaRPr lang="en-US"/>
        </a:p>
      </dgm:t>
    </dgm:pt>
    <dgm:pt modelId="{E4E82C93-55FA-4B3D-B3D0-832ECBDABDA6}" type="sibTrans" cxnId="{72E82E72-770A-4CD9-9940-B5D3AB4B96B7}">
      <dgm:prSet/>
      <dgm:spPr/>
      <dgm:t>
        <a:bodyPr/>
        <a:lstStyle/>
        <a:p>
          <a:endParaRPr lang="en-US"/>
        </a:p>
      </dgm:t>
    </dgm:pt>
    <dgm:pt modelId="{60F27A49-3D48-3D41-A5DA-B9AE2685A89E}" type="pres">
      <dgm:prSet presAssocID="{6C7C0B84-6DAB-4483-AC02-87FC9FAAAF66}" presName="linear" presStyleCnt="0">
        <dgm:presLayoutVars>
          <dgm:animLvl val="lvl"/>
          <dgm:resizeHandles val="exact"/>
        </dgm:presLayoutVars>
      </dgm:prSet>
      <dgm:spPr/>
    </dgm:pt>
    <dgm:pt modelId="{55B486AB-B9DC-594C-8B34-35184B615366}" type="pres">
      <dgm:prSet presAssocID="{A2662A13-4541-40C4-9371-3DBB97B9C0D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766369-74BE-234B-A158-042A356165E6}" type="pres">
      <dgm:prSet presAssocID="{A2662A13-4541-40C4-9371-3DBB97B9C0DA}" presName="childText" presStyleLbl="revTx" presStyleIdx="0" presStyleCnt="3">
        <dgm:presLayoutVars>
          <dgm:bulletEnabled val="1"/>
        </dgm:presLayoutVars>
      </dgm:prSet>
      <dgm:spPr/>
    </dgm:pt>
    <dgm:pt modelId="{82282944-F86C-CB44-A15E-EA4C34317224}" type="pres">
      <dgm:prSet presAssocID="{CEC20DEC-AF9D-4358-8FDA-EFDF3C5CA8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AD8135-A7C1-FB4C-A1CB-14E5BEB63E36}" type="pres">
      <dgm:prSet presAssocID="{CEC20DEC-AF9D-4358-8FDA-EFDF3C5CA8EC}" presName="childText" presStyleLbl="revTx" presStyleIdx="1" presStyleCnt="3">
        <dgm:presLayoutVars>
          <dgm:bulletEnabled val="1"/>
        </dgm:presLayoutVars>
      </dgm:prSet>
      <dgm:spPr/>
    </dgm:pt>
    <dgm:pt modelId="{0E4FCD0F-B4D0-2A4E-846B-E985AA1C7646}" type="pres">
      <dgm:prSet presAssocID="{E82C9C96-834C-498E-87B8-734A735404D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8493FA-3295-8946-AFB3-B663D14F878A}" type="pres">
      <dgm:prSet presAssocID="{E82C9C96-834C-498E-87B8-734A735404D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95F7C02-376D-4844-9D4C-D748D4BE7ED1}" srcId="{A2662A13-4541-40C4-9371-3DBB97B9C0DA}" destId="{C1D194F6-033A-462A-818C-8582CDAFB551}" srcOrd="0" destOrd="0" parTransId="{D49DBF62-3B6B-4ED8-ABBA-4584D45818A2}" sibTransId="{462F2846-500A-4D16-8405-2C3B1618E847}"/>
    <dgm:cxn modelId="{13D3730E-0DF6-4D48-BB60-1FD35D235CCC}" type="presOf" srcId="{143A3EDD-08AA-4410-A2D4-73AE0715D1F6}" destId="{2EAD8135-A7C1-FB4C-A1CB-14E5BEB63E36}" srcOrd="0" destOrd="4" presId="urn:microsoft.com/office/officeart/2005/8/layout/vList2"/>
    <dgm:cxn modelId="{9F9AE711-D65D-4125-84C6-4C048929F8F9}" srcId="{E82C9C96-834C-498E-87B8-734A735404D9}" destId="{E77DD3D1-440F-4757-ACAB-E5C2FCD4472B}" srcOrd="0" destOrd="0" parTransId="{6DBEF8A7-EA39-42CE-9061-B4B9534836E1}" sibTransId="{9CA5A69F-AB90-40EF-825A-F52995295C19}"/>
    <dgm:cxn modelId="{6329951D-AC8F-44ED-BBCB-44AA2C5843EB}" srcId="{6C7C0B84-6DAB-4483-AC02-87FC9FAAAF66}" destId="{E82C9C96-834C-498E-87B8-734A735404D9}" srcOrd="2" destOrd="0" parTransId="{2AA5E4FA-8C67-4446-90F9-1EEF97C15B52}" sibTransId="{7EED40D0-7FE7-401B-8574-EA1D110F29A7}"/>
    <dgm:cxn modelId="{70BEF720-5F4C-459A-9C12-A2AAE11B7129}" srcId="{CEC20DEC-AF9D-4358-8FDA-EFDF3C5CA8EC}" destId="{143A3EDD-08AA-4410-A2D4-73AE0715D1F6}" srcOrd="4" destOrd="0" parTransId="{ED3B41EA-0855-4562-9F83-EC30C01DFC64}" sibTransId="{E3BC8D11-A424-4BE3-97C2-67F6731D824E}"/>
    <dgm:cxn modelId="{4BCF8B36-4657-4799-BCA4-A9BB6921777A}" srcId="{A2662A13-4541-40C4-9371-3DBB97B9C0DA}" destId="{608F6D05-408C-40A3-AE8D-7C9519298E42}" srcOrd="1" destOrd="0" parTransId="{2C81472B-71B6-42F0-A286-323668268F2F}" sibTransId="{28E6ACF8-2815-471E-A190-6FEB90615C05}"/>
    <dgm:cxn modelId="{41D6143E-ABEA-4588-BB50-46EAC734AB59}" srcId="{CEC20DEC-AF9D-4358-8FDA-EFDF3C5CA8EC}" destId="{89BA7469-A514-4C72-A012-DD5A37E7165C}" srcOrd="2" destOrd="0" parTransId="{726887AD-6BAD-412C-930D-B0DC48C98B8D}" sibTransId="{4E5DF2D7-873B-402C-A550-952229F19271}"/>
    <dgm:cxn modelId="{2598B249-952C-DC4E-9240-6F8CAA8CADC1}" type="presOf" srcId="{CEC20DEC-AF9D-4358-8FDA-EFDF3C5CA8EC}" destId="{82282944-F86C-CB44-A15E-EA4C34317224}" srcOrd="0" destOrd="0" presId="urn:microsoft.com/office/officeart/2005/8/layout/vList2"/>
    <dgm:cxn modelId="{554D8852-05BF-B448-94FD-B478DC1731E0}" type="presOf" srcId="{E82C9C96-834C-498E-87B8-734A735404D9}" destId="{0E4FCD0F-B4D0-2A4E-846B-E985AA1C7646}" srcOrd="0" destOrd="0" presId="urn:microsoft.com/office/officeart/2005/8/layout/vList2"/>
    <dgm:cxn modelId="{62702256-C914-9D42-BDA0-3BC336C8A96C}" type="presOf" srcId="{6DF500B9-55A2-4411-AE08-F360089F1D17}" destId="{2EAD8135-A7C1-FB4C-A1CB-14E5BEB63E36}" srcOrd="0" destOrd="1" presId="urn:microsoft.com/office/officeart/2005/8/layout/vList2"/>
    <dgm:cxn modelId="{60574E56-59F9-8A4F-98C9-0FE245E65374}" type="presOf" srcId="{89BA7469-A514-4C72-A012-DD5A37E7165C}" destId="{2EAD8135-A7C1-FB4C-A1CB-14E5BEB63E36}" srcOrd="0" destOrd="2" presId="urn:microsoft.com/office/officeart/2005/8/layout/vList2"/>
    <dgm:cxn modelId="{911B9357-F80E-DC4B-B8E6-FC2AB0C55A41}" type="presOf" srcId="{203961E1-909A-41ED-A409-4F3799DA3B1C}" destId="{2EAD8135-A7C1-FB4C-A1CB-14E5BEB63E36}" srcOrd="0" destOrd="3" presId="urn:microsoft.com/office/officeart/2005/8/layout/vList2"/>
    <dgm:cxn modelId="{D0CE8B60-3071-E045-AA7D-E3C44A001F11}" type="presOf" srcId="{6E718A4E-0FF0-4297-9D1F-BD23BCC02342}" destId="{F68493FA-3295-8946-AFB3-B663D14F878A}" srcOrd="0" destOrd="1" presId="urn:microsoft.com/office/officeart/2005/8/layout/vList2"/>
    <dgm:cxn modelId="{72E82E72-770A-4CD9-9940-B5D3AB4B96B7}" srcId="{E82C9C96-834C-498E-87B8-734A735404D9}" destId="{6E718A4E-0FF0-4297-9D1F-BD23BCC02342}" srcOrd="1" destOrd="0" parTransId="{27D88E18-D8A1-4766-85A6-34A511578D7C}" sibTransId="{E4E82C93-55FA-4B3D-B3D0-832ECBDABDA6}"/>
    <dgm:cxn modelId="{A96C9E7C-A358-4F43-B212-E491D463CA67}" type="presOf" srcId="{A2662A13-4541-40C4-9371-3DBB97B9C0DA}" destId="{55B486AB-B9DC-594C-8B34-35184B615366}" srcOrd="0" destOrd="0" presId="urn:microsoft.com/office/officeart/2005/8/layout/vList2"/>
    <dgm:cxn modelId="{E32B597D-B5CD-F440-A9EE-44F136B4A800}" type="presOf" srcId="{608F6D05-408C-40A3-AE8D-7C9519298E42}" destId="{8F766369-74BE-234B-A158-042A356165E6}" srcOrd="0" destOrd="1" presId="urn:microsoft.com/office/officeart/2005/8/layout/vList2"/>
    <dgm:cxn modelId="{46CD4481-3EB2-409D-B161-59263D5952E8}" srcId="{CEC20DEC-AF9D-4358-8FDA-EFDF3C5CA8EC}" destId="{6DF500B9-55A2-4411-AE08-F360089F1D17}" srcOrd="1" destOrd="0" parTransId="{D367F9A2-4AE5-4187-A9E5-2DE2B5333880}" sibTransId="{2BEEDD32-F8D6-4509-8F2D-5DEB98279CBE}"/>
    <dgm:cxn modelId="{295C5482-1651-4815-B374-4939FA5EB875}" srcId="{6C7C0B84-6DAB-4483-AC02-87FC9FAAAF66}" destId="{A2662A13-4541-40C4-9371-3DBB97B9C0DA}" srcOrd="0" destOrd="0" parTransId="{0613C3BC-41AB-4BB1-A7B4-76C7EB9D1D0C}" sibTransId="{4A6024AB-2D97-4C87-810D-853F885B3D71}"/>
    <dgm:cxn modelId="{3B092E89-F0B8-3C4E-A519-E0A8F387EE8D}" type="presOf" srcId="{8AC9A68B-F4D6-4AFD-B346-E8537833489E}" destId="{2EAD8135-A7C1-FB4C-A1CB-14E5BEB63E36}" srcOrd="0" destOrd="0" presId="urn:microsoft.com/office/officeart/2005/8/layout/vList2"/>
    <dgm:cxn modelId="{2037F689-222C-4A27-91B6-35F5E7AC1376}" srcId="{6C7C0B84-6DAB-4483-AC02-87FC9FAAAF66}" destId="{CEC20DEC-AF9D-4358-8FDA-EFDF3C5CA8EC}" srcOrd="1" destOrd="0" parTransId="{3E395EAC-1533-4F76-BDBD-94521937EB55}" sibTransId="{7D055E6A-E9E1-4E4D-9162-5431091E40E4}"/>
    <dgm:cxn modelId="{2A841B9B-8E26-8747-8E27-E718F8D91B59}" type="presOf" srcId="{E77DD3D1-440F-4757-ACAB-E5C2FCD4472B}" destId="{F68493FA-3295-8946-AFB3-B663D14F878A}" srcOrd="0" destOrd="0" presId="urn:microsoft.com/office/officeart/2005/8/layout/vList2"/>
    <dgm:cxn modelId="{29BD309F-A1D8-1040-8737-2CF6ABF5C3FB}" type="presOf" srcId="{C1D194F6-033A-462A-818C-8582CDAFB551}" destId="{8F766369-74BE-234B-A158-042A356165E6}" srcOrd="0" destOrd="0" presId="urn:microsoft.com/office/officeart/2005/8/layout/vList2"/>
    <dgm:cxn modelId="{A3199BC1-3CDA-4D86-BD3D-115C44F584A5}" srcId="{CEC20DEC-AF9D-4358-8FDA-EFDF3C5CA8EC}" destId="{203961E1-909A-41ED-A409-4F3799DA3B1C}" srcOrd="3" destOrd="0" parTransId="{3C163EF2-CE03-4A77-B0F3-0F2CEB7B3941}" sibTransId="{ED0E7567-EAF8-4934-8CCB-85782AD17AC6}"/>
    <dgm:cxn modelId="{B73707C6-4100-4304-9D08-B36BDEE4640A}" srcId="{CEC20DEC-AF9D-4358-8FDA-EFDF3C5CA8EC}" destId="{8AC9A68B-F4D6-4AFD-B346-E8537833489E}" srcOrd="0" destOrd="0" parTransId="{37CF5A01-CBC7-43F2-87AB-D6000637820D}" sibTransId="{F73CBDFB-DD99-4605-89B9-D617A7F754F4}"/>
    <dgm:cxn modelId="{40F567CF-D04E-014D-B07D-251F735AF550}" type="presOf" srcId="{6C7C0B84-6DAB-4483-AC02-87FC9FAAAF66}" destId="{60F27A49-3D48-3D41-A5DA-B9AE2685A89E}" srcOrd="0" destOrd="0" presId="urn:microsoft.com/office/officeart/2005/8/layout/vList2"/>
    <dgm:cxn modelId="{C48128DB-F957-CE40-9D30-27C56B5C8045}" type="presParOf" srcId="{60F27A49-3D48-3D41-A5DA-B9AE2685A89E}" destId="{55B486AB-B9DC-594C-8B34-35184B615366}" srcOrd="0" destOrd="0" presId="urn:microsoft.com/office/officeart/2005/8/layout/vList2"/>
    <dgm:cxn modelId="{91226968-0472-3340-9AD7-2B6980456370}" type="presParOf" srcId="{60F27A49-3D48-3D41-A5DA-B9AE2685A89E}" destId="{8F766369-74BE-234B-A158-042A356165E6}" srcOrd="1" destOrd="0" presId="urn:microsoft.com/office/officeart/2005/8/layout/vList2"/>
    <dgm:cxn modelId="{A554D63B-AEE6-A04C-AF65-087BA411FE9F}" type="presParOf" srcId="{60F27A49-3D48-3D41-A5DA-B9AE2685A89E}" destId="{82282944-F86C-CB44-A15E-EA4C34317224}" srcOrd="2" destOrd="0" presId="urn:microsoft.com/office/officeart/2005/8/layout/vList2"/>
    <dgm:cxn modelId="{A9FF5FCA-4960-004A-A788-A4719CC6CBAB}" type="presParOf" srcId="{60F27A49-3D48-3D41-A5DA-B9AE2685A89E}" destId="{2EAD8135-A7C1-FB4C-A1CB-14E5BEB63E36}" srcOrd="3" destOrd="0" presId="urn:microsoft.com/office/officeart/2005/8/layout/vList2"/>
    <dgm:cxn modelId="{3EB73BDB-CA4F-F144-9433-9FE6BE93A47F}" type="presParOf" srcId="{60F27A49-3D48-3D41-A5DA-B9AE2685A89E}" destId="{0E4FCD0F-B4D0-2A4E-846B-E985AA1C7646}" srcOrd="4" destOrd="0" presId="urn:microsoft.com/office/officeart/2005/8/layout/vList2"/>
    <dgm:cxn modelId="{C2FDD157-D386-9143-B447-3440A3222AFE}" type="presParOf" srcId="{60F27A49-3D48-3D41-A5DA-B9AE2685A89E}" destId="{F68493FA-3295-8946-AFB3-B663D14F878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EAECC1-4270-4D97-A417-ABDDF047DA5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AE513B-14A7-4A8E-B9A5-B0AD82D1294E}">
      <dgm:prSet/>
      <dgm:spPr/>
      <dgm:t>
        <a:bodyPr/>
        <a:lstStyle/>
        <a:p>
          <a:r>
            <a:rPr lang="en-CA" b="1"/>
            <a:t>Re‑evaluation:</a:t>
          </a:r>
          <a:endParaRPr lang="en-US"/>
        </a:p>
      </dgm:t>
    </dgm:pt>
    <dgm:pt modelId="{3FD28577-11FA-496B-BA39-515F6DC9C4EE}" type="parTrans" cxnId="{9733D65C-183C-494F-89D0-E4A4DCB379BD}">
      <dgm:prSet/>
      <dgm:spPr/>
      <dgm:t>
        <a:bodyPr/>
        <a:lstStyle/>
        <a:p>
          <a:endParaRPr lang="en-US"/>
        </a:p>
      </dgm:t>
    </dgm:pt>
    <dgm:pt modelId="{D8AB88FB-9EA7-4D3A-B5C8-44BB09A1FC6E}" type="sibTrans" cxnId="{9733D65C-183C-494F-89D0-E4A4DCB379BD}">
      <dgm:prSet/>
      <dgm:spPr/>
      <dgm:t>
        <a:bodyPr/>
        <a:lstStyle/>
        <a:p>
          <a:endParaRPr lang="en-US"/>
        </a:p>
      </dgm:t>
    </dgm:pt>
    <dgm:pt modelId="{C4B9842A-F6BF-47A8-A8D0-DAF34D065AC0}">
      <dgm:prSet/>
      <dgm:spPr/>
      <dgm:t>
        <a:bodyPr/>
        <a:lstStyle/>
        <a:p>
          <a:r>
            <a:rPr lang="en-CA"/>
            <a:t>Any team member may request a </a:t>
          </a:r>
          <a:r>
            <a:rPr lang="en-CA" b="1"/>
            <a:t>PM change review</a:t>
          </a:r>
          <a:r>
            <a:rPr lang="en-CA"/>
            <a:t> at any time. </a:t>
          </a:r>
          <a:endParaRPr lang="en-US"/>
        </a:p>
      </dgm:t>
    </dgm:pt>
    <dgm:pt modelId="{B5D818F1-029F-4F84-92BA-9999FFA2B877}" type="parTrans" cxnId="{45D1E0FF-8FF4-4E3A-95CB-BF04F8214431}">
      <dgm:prSet/>
      <dgm:spPr/>
      <dgm:t>
        <a:bodyPr/>
        <a:lstStyle/>
        <a:p>
          <a:endParaRPr lang="en-US"/>
        </a:p>
      </dgm:t>
    </dgm:pt>
    <dgm:pt modelId="{7DB56657-3485-44B3-A7D8-4B8F570C5057}" type="sibTrans" cxnId="{45D1E0FF-8FF4-4E3A-95CB-BF04F8214431}">
      <dgm:prSet/>
      <dgm:spPr/>
      <dgm:t>
        <a:bodyPr/>
        <a:lstStyle/>
        <a:p>
          <a:endParaRPr lang="en-US"/>
        </a:p>
      </dgm:t>
    </dgm:pt>
    <dgm:pt modelId="{2149F98C-F62B-4146-A25C-7B23A0A6B4FA}">
      <dgm:prSet/>
      <dgm:spPr/>
      <dgm:t>
        <a:bodyPr/>
        <a:lstStyle/>
        <a:p>
          <a:r>
            <a:rPr lang="en-CA"/>
            <a:t>The team must take such requests seriously and </a:t>
          </a:r>
          <a:r>
            <a:rPr lang="en-CA" b="1"/>
            <a:t>decide promptly</a:t>
          </a:r>
          <a:r>
            <a:rPr lang="en-CA"/>
            <a:t>.</a:t>
          </a:r>
          <a:endParaRPr lang="en-US"/>
        </a:p>
      </dgm:t>
    </dgm:pt>
    <dgm:pt modelId="{528A48D9-0ADE-4036-B06E-0588668BB3B9}" type="parTrans" cxnId="{1DABD5EF-9FBA-4ED0-A663-E8575DADCEF1}">
      <dgm:prSet/>
      <dgm:spPr/>
      <dgm:t>
        <a:bodyPr/>
        <a:lstStyle/>
        <a:p>
          <a:endParaRPr lang="en-US"/>
        </a:p>
      </dgm:t>
    </dgm:pt>
    <dgm:pt modelId="{2418CDB4-8CD9-42A9-8157-E87EF8E19845}" type="sibTrans" cxnId="{1DABD5EF-9FBA-4ED0-A663-E8575DADCEF1}">
      <dgm:prSet/>
      <dgm:spPr/>
      <dgm:t>
        <a:bodyPr/>
        <a:lstStyle/>
        <a:p>
          <a:endParaRPr lang="en-US"/>
        </a:p>
      </dgm:t>
    </dgm:pt>
    <dgm:pt modelId="{AE83226E-DECF-43FE-92A1-545A2DBB75E7}">
      <dgm:prSet/>
      <dgm:spPr/>
      <dgm:t>
        <a:bodyPr/>
        <a:lstStyle/>
        <a:p>
          <a:r>
            <a:rPr lang="en-CA" b="1"/>
            <a:t>Issue escalation:</a:t>
          </a:r>
          <a:r>
            <a:rPr lang="en-CA"/>
            <a:t> Concerns about the PM ?</a:t>
          </a:r>
          <a:endParaRPr lang="en-US"/>
        </a:p>
      </dgm:t>
    </dgm:pt>
    <dgm:pt modelId="{BA6FA24B-DD25-464A-B701-BDBD491C5855}" type="parTrans" cxnId="{C3107ABC-7410-4CE9-BCF6-A11EBD94B2DF}">
      <dgm:prSet/>
      <dgm:spPr/>
      <dgm:t>
        <a:bodyPr/>
        <a:lstStyle/>
        <a:p>
          <a:endParaRPr lang="en-US"/>
        </a:p>
      </dgm:t>
    </dgm:pt>
    <dgm:pt modelId="{1D4A903E-CA32-44FC-B7A8-1A03E2CEB853}" type="sibTrans" cxnId="{C3107ABC-7410-4CE9-BCF6-A11EBD94B2DF}">
      <dgm:prSet/>
      <dgm:spPr/>
      <dgm:t>
        <a:bodyPr/>
        <a:lstStyle/>
        <a:p>
          <a:endParaRPr lang="en-US"/>
        </a:p>
      </dgm:t>
    </dgm:pt>
    <dgm:pt modelId="{079520F6-25E8-4187-A521-666D77793E57}">
      <dgm:prSet/>
      <dgm:spPr/>
      <dgm:t>
        <a:bodyPr/>
        <a:lstStyle/>
        <a:p>
          <a:r>
            <a:rPr lang="en-CA"/>
            <a:t>Open discussion within the team,</a:t>
          </a:r>
          <a:endParaRPr lang="en-US"/>
        </a:p>
      </dgm:t>
    </dgm:pt>
    <dgm:pt modelId="{EF85F569-4950-4D96-A4CF-6DDDD9947800}" type="parTrans" cxnId="{AE6F4215-C56F-4ACB-B7EE-5EA55F1A2C01}">
      <dgm:prSet/>
      <dgm:spPr/>
      <dgm:t>
        <a:bodyPr/>
        <a:lstStyle/>
        <a:p>
          <a:endParaRPr lang="en-US"/>
        </a:p>
      </dgm:t>
    </dgm:pt>
    <dgm:pt modelId="{AC2C5BC6-3627-4C5B-BFBB-451C245B2580}" type="sibTrans" cxnId="{AE6F4215-C56F-4ACB-B7EE-5EA55F1A2C01}">
      <dgm:prSet/>
      <dgm:spPr/>
      <dgm:t>
        <a:bodyPr/>
        <a:lstStyle/>
        <a:p>
          <a:endParaRPr lang="en-US"/>
        </a:p>
      </dgm:t>
    </dgm:pt>
    <dgm:pt modelId="{880F7DCF-34C1-4DD7-868A-487B31014F27}">
      <dgm:prSet/>
      <dgm:spPr/>
      <dgm:t>
        <a:bodyPr/>
        <a:lstStyle/>
        <a:p>
          <a:r>
            <a:rPr lang="en-CA" b="1"/>
            <a:t>Discuss with your TA</a:t>
          </a:r>
          <a:r>
            <a:rPr lang="en-CA"/>
            <a:t>. </a:t>
          </a:r>
          <a:endParaRPr lang="en-US"/>
        </a:p>
      </dgm:t>
    </dgm:pt>
    <dgm:pt modelId="{CBB3942E-0A16-40DF-83BF-98AE3DA34306}" type="parTrans" cxnId="{8D326B5D-2189-4261-80AC-F227E4B3C232}">
      <dgm:prSet/>
      <dgm:spPr/>
      <dgm:t>
        <a:bodyPr/>
        <a:lstStyle/>
        <a:p>
          <a:endParaRPr lang="en-US"/>
        </a:p>
      </dgm:t>
    </dgm:pt>
    <dgm:pt modelId="{E370A9EF-AF9E-4E17-9A0F-87FB2B67B382}" type="sibTrans" cxnId="{8D326B5D-2189-4261-80AC-F227E4B3C232}">
      <dgm:prSet/>
      <dgm:spPr/>
      <dgm:t>
        <a:bodyPr/>
        <a:lstStyle/>
        <a:p>
          <a:endParaRPr lang="en-US"/>
        </a:p>
      </dgm:t>
    </dgm:pt>
    <dgm:pt modelId="{DA52A9FC-D719-41D2-9E21-69EC36B215B2}">
      <dgm:prSet/>
      <dgm:spPr/>
      <dgm:t>
        <a:bodyPr/>
        <a:lstStyle/>
        <a:p>
          <a:r>
            <a:rPr lang="en-CA"/>
            <a:t>If unresolved → </a:t>
          </a:r>
          <a:r>
            <a:rPr lang="en-CA" b="1"/>
            <a:t>engage the course instructor</a:t>
          </a:r>
          <a:r>
            <a:rPr lang="en-CA"/>
            <a:t>.</a:t>
          </a:r>
          <a:endParaRPr lang="en-US"/>
        </a:p>
      </dgm:t>
    </dgm:pt>
    <dgm:pt modelId="{6C603C38-7B66-420E-B682-A7ACD5A53C3F}" type="parTrans" cxnId="{71340EE5-84F3-4D10-880F-AAAE96522D60}">
      <dgm:prSet/>
      <dgm:spPr/>
      <dgm:t>
        <a:bodyPr/>
        <a:lstStyle/>
        <a:p>
          <a:endParaRPr lang="en-US"/>
        </a:p>
      </dgm:t>
    </dgm:pt>
    <dgm:pt modelId="{C7141EA5-0BFE-4924-A5A8-1B285472554F}" type="sibTrans" cxnId="{71340EE5-84F3-4D10-880F-AAAE96522D60}">
      <dgm:prSet/>
      <dgm:spPr/>
      <dgm:t>
        <a:bodyPr/>
        <a:lstStyle/>
        <a:p>
          <a:endParaRPr lang="en-US"/>
        </a:p>
      </dgm:t>
    </dgm:pt>
    <dgm:pt modelId="{7B62D980-7311-463F-8FE7-438B71D5375E}">
      <dgm:prSet/>
      <dgm:spPr/>
      <dgm:t>
        <a:bodyPr/>
        <a:lstStyle/>
        <a:p>
          <a:r>
            <a:rPr lang="en-CA" b="1"/>
            <a:t>Shared accountability:</a:t>
          </a:r>
          <a:r>
            <a:rPr lang="en-CA"/>
            <a:t> </a:t>
          </a:r>
          <a:endParaRPr lang="en-US"/>
        </a:p>
      </dgm:t>
    </dgm:pt>
    <dgm:pt modelId="{BFF2B406-B858-487A-9563-7FF62B630184}" type="parTrans" cxnId="{F911131C-2971-43A0-9576-469EAA93D06C}">
      <dgm:prSet/>
      <dgm:spPr/>
      <dgm:t>
        <a:bodyPr/>
        <a:lstStyle/>
        <a:p>
          <a:endParaRPr lang="en-US"/>
        </a:p>
      </dgm:t>
    </dgm:pt>
    <dgm:pt modelId="{50FF84F2-A181-4E4D-BE97-D9745966F5F3}" type="sibTrans" cxnId="{F911131C-2971-43A0-9576-469EAA93D06C}">
      <dgm:prSet/>
      <dgm:spPr/>
      <dgm:t>
        <a:bodyPr/>
        <a:lstStyle/>
        <a:p>
          <a:endParaRPr lang="en-US"/>
        </a:p>
      </dgm:t>
    </dgm:pt>
    <dgm:pt modelId="{A1C5C6F7-40DB-4D50-9808-6C19F7D01241}">
      <dgm:prSet/>
      <dgm:spPr/>
      <dgm:t>
        <a:bodyPr/>
        <a:lstStyle/>
        <a:p>
          <a:r>
            <a:rPr lang="en-CA"/>
            <a:t>The </a:t>
          </a:r>
          <a:r>
            <a:rPr lang="en-CA" b="1"/>
            <a:t>health and progress</a:t>
          </a:r>
          <a:r>
            <a:rPr lang="en-CA"/>
            <a:t> of the project is </a:t>
          </a:r>
          <a:r>
            <a:rPr lang="en-CA" b="1"/>
            <a:t>everyone’s responsibility</a:t>
          </a:r>
          <a:r>
            <a:rPr lang="en-CA"/>
            <a:t>.</a:t>
          </a:r>
          <a:endParaRPr lang="en-US"/>
        </a:p>
      </dgm:t>
    </dgm:pt>
    <dgm:pt modelId="{3FA5EE1F-97BE-40C3-9865-28D20B4898EE}" type="parTrans" cxnId="{20D902E5-5A38-40B7-BE29-220886719120}">
      <dgm:prSet/>
      <dgm:spPr/>
      <dgm:t>
        <a:bodyPr/>
        <a:lstStyle/>
        <a:p>
          <a:endParaRPr lang="en-US"/>
        </a:p>
      </dgm:t>
    </dgm:pt>
    <dgm:pt modelId="{17EB36F6-9828-4555-AF55-9E20DABFCB96}" type="sibTrans" cxnId="{20D902E5-5A38-40B7-BE29-220886719120}">
      <dgm:prSet/>
      <dgm:spPr/>
      <dgm:t>
        <a:bodyPr/>
        <a:lstStyle/>
        <a:p>
          <a:endParaRPr lang="en-US"/>
        </a:p>
      </dgm:t>
    </dgm:pt>
    <dgm:pt modelId="{8CDD7D23-DD2C-444B-8DFD-F878FF52959E}">
      <dgm:prSet/>
      <dgm:spPr/>
      <dgm:t>
        <a:bodyPr/>
        <a:lstStyle/>
        <a:p>
          <a:r>
            <a:rPr lang="en-CA" b="1"/>
            <a:t>Important:</a:t>
          </a:r>
          <a:r>
            <a:rPr lang="en-CA"/>
            <a:t> </a:t>
          </a:r>
          <a:endParaRPr lang="en-US"/>
        </a:p>
      </dgm:t>
    </dgm:pt>
    <dgm:pt modelId="{E9D666E2-0112-470F-95AA-4CE2D5BC34EF}" type="parTrans" cxnId="{7F6AE873-FF2E-48BA-A39A-16E890B41CBE}">
      <dgm:prSet/>
      <dgm:spPr/>
      <dgm:t>
        <a:bodyPr/>
        <a:lstStyle/>
        <a:p>
          <a:endParaRPr lang="en-US"/>
        </a:p>
      </dgm:t>
    </dgm:pt>
    <dgm:pt modelId="{29A2FA1F-0080-4AF1-A12E-8F64AAE6248F}" type="sibTrans" cxnId="{7F6AE873-FF2E-48BA-A39A-16E890B41CBE}">
      <dgm:prSet/>
      <dgm:spPr/>
      <dgm:t>
        <a:bodyPr/>
        <a:lstStyle/>
        <a:p>
          <a:endParaRPr lang="en-US"/>
        </a:p>
      </dgm:t>
    </dgm:pt>
    <dgm:pt modelId="{D5B056ED-A9B0-4338-88B9-924C18C53493}">
      <dgm:prSet/>
      <dgm:spPr/>
      <dgm:t>
        <a:bodyPr/>
        <a:lstStyle/>
        <a:p>
          <a:r>
            <a:rPr lang="en-CA"/>
            <a:t>Unresolved disputes left until the </a:t>
          </a:r>
          <a:r>
            <a:rPr lang="en-CA" b="1"/>
            <a:t>end of term</a:t>
          </a:r>
          <a:r>
            <a:rPr lang="en-CA"/>
            <a:t> may lead to </a:t>
          </a:r>
          <a:r>
            <a:rPr lang="en-CA" b="1"/>
            <a:t>penalties for all team members</a:t>
          </a:r>
          <a:r>
            <a:rPr lang="en-CA"/>
            <a:t>. Be proactive.</a:t>
          </a:r>
          <a:endParaRPr lang="en-US"/>
        </a:p>
      </dgm:t>
    </dgm:pt>
    <dgm:pt modelId="{536EE668-7062-403F-A907-50A3D9874387}" type="parTrans" cxnId="{3766F0EB-17A6-4A93-9057-5F44E02E29A5}">
      <dgm:prSet/>
      <dgm:spPr/>
      <dgm:t>
        <a:bodyPr/>
        <a:lstStyle/>
        <a:p>
          <a:endParaRPr lang="en-US"/>
        </a:p>
      </dgm:t>
    </dgm:pt>
    <dgm:pt modelId="{5147B008-0414-48C7-BC2B-40C1795DC5CD}" type="sibTrans" cxnId="{3766F0EB-17A6-4A93-9057-5F44E02E29A5}">
      <dgm:prSet/>
      <dgm:spPr/>
      <dgm:t>
        <a:bodyPr/>
        <a:lstStyle/>
        <a:p>
          <a:endParaRPr lang="en-US"/>
        </a:p>
      </dgm:t>
    </dgm:pt>
    <dgm:pt modelId="{2ABF697A-37FA-9548-856D-1464ACC603EA}" type="pres">
      <dgm:prSet presAssocID="{45EAECC1-4270-4D97-A417-ABDDF047DA57}" presName="linear" presStyleCnt="0">
        <dgm:presLayoutVars>
          <dgm:animLvl val="lvl"/>
          <dgm:resizeHandles val="exact"/>
        </dgm:presLayoutVars>
      </dgm:prSet>
      <dgm:spPr/>
    </dgm:pt>
    <dgm:pt modelId="{DFC47DE6-4EAB-7946-A35F-D746693323BD}" type="pres">
      <dgm:prSet presAssocID="{A9AE513B-14A7-4A8E-B9A5-B0AD82D129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1CBBEF-11E8-D140-B199-38887842FA39}" type="pres">
      <dgm:prSet presAssocID="{A9AE513B-14A7-4A8E-B9A5-B0AD82D1294E}" presName="childText" presStyleLbl="revTx" presStyleIdx="0" presStyleCnt="4">
        <dgm:presLayoutVars>
          <dgm:bulletEnabled val="1"/>
        </dgm:presLayoutVars>
      </dgm:prSet>
      <dgm:spPr/>
    </dgm:pt>
    <dgm:pt modelId="{AEE03B32-66BE-0B42-98E8-1877C8C33930}" type="pres">
      <dgm:prSet presAssocID="{AE83226E-DECF-43FE-92A1-545A2DBB75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459020-6EC2-C74F-8FB7-7CB0CA955FFD}" type="pres">
      <dgm:prSet presAssocID="{AE83226E-DECF-43FE-92A1-545A2DBB75E7}" presName="childText" presStyleLbl="revTx" presStyleIdx="1" presStyleCnt="4">
        <dgm:presLayoutVars>
          <dgm:bulletEnabled val="1"/>
        </dgm:presLayoutVars>
      </dgm:prSet>
      <dgm:spPr/>
    </dgm:pt>
    <dgm:pt modelId="{EB617784-36C6-C448-8A37-7DC6497620DE}" type="pres">
      <dgm:prSet presAssocID="{7B62D980-7311-463F-8FE7-438B71D537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E84AB8-4D03-EF4A-BA39-886C797E11EA}" type="pres">
      <dgm:prSet presAssocID="{7B62D980-7311-463F-8FE7-438B71D5375E}" presName="childText" presStyleLbl="revTx" presStyleIdx="2" presStyleCnt="4">
        <dgm:presLayoutVars>
          <dgm:bulletEnabled val="1"/>
        </dgm:presLayoutVars>
      </dgm:prSet>
      <dgm:spPr/>
    </dgm:pt>
    <dgm:pt modelId="{B5798200-7203-834A-B6A1-984085C6255F}" type="pres">
      <dgm:prSet presAssocID="{8CDD7D23-DD2C-444B-8DFD-F878FF52959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F41220A-4998-2D4B-93A8-1E46DAC95ABC}" type="pres">
      <dgm:prSet presAssocID="{8CDD7D23-DD2C-444B-8DFD-F878FF52959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E6F4215-C56F-4ACB-B7EE-5EA55F1A2C01}" srcId="{AE83226E-DECF-43FE-92A1-545A2DBB75E7}" destId="{079520F6-25E8-4187-A521-666D77793E57}" srcOrd="0" destOrd="0" parTransId="{EF85F569-4950-4D96-A4CF-6DDDD9947800}" sibTransId="{AC2C5BC6-3627-4C5B-BFBB-451C245B2580}"/>
    <dgm:cxn modelId="{F911131C-2971-43A0-9576-469EAA93D06C}" srcId="{45EAECC1-4270-4D97-A417-ABDDF047DA57}" destId="{7B62D980-7311-463F-8FE7-438B71D5375E}" srcOrd="2" destOrd="0" parTransId="{BFF2B406-B858-487A-9563-7FF62B630184}" sibTransId="{50FF84F2-A181-4E4D-BE97-D9745966F5F3}"/>
    <dgm:cxn modelId="{CF25601F-6D5A-3048-A65B-F2ED38C782AE}" type="presOf" srcId="{AE83226E-DECF-43FE-92A1-545A2DBB75E7}" destId="{AEE03B32-66BE-0B42-98E8-1877C8C33930}" srcOrd="0" destOrd="0" presId="urn:microsoft.com/office/officeart/2005/8/layout/vList2"/>
    <dgm:cxn modelId="{43DF2434-EF8D-EE44-ABF9-5A0EFD8D23D2}" type="presOf" srcId="{A1C5C6F7-40DB-4D50-9808-6C19F7D01241}" destId="{2AE84AB8-4D03-EF4A-BA39-886C797E11EA}" srcOrd="0" destOrd="0" presId="urn:microsoft.com/office/officeart/2005/8/layout/vList2"/>
    <dgm:cxn modelId="{4AB62536-F3C9-424D-A033-06F57BBDDA38}" type="presOf" srcId="{8CDD7D23-DD2C-444B-8DFD-F878FF52959E}" destId="{B5798200-7203-834A-B6A1-984085C6255F}" srcOrd="0" destOrd="0" presId="urn:microsoft.com/office/officeart/2005/8/layout/vList2"/>
    <dgm:cxn modelId="{8FD9DD4D-4449-7E47-8000-FD714536DBB4}" type="presOf" srcId="{C4B9842A-F6BF-47A8-A8D0-DAF34D065AC0}" destId="{781CBBEF-11E8-D140-B199-38887842FA39}" srcOrd="0" destOrd="0" presId="urn:microsoft.com/office/officeart/2005/8/layout/vList2"/>
    <dgm:cxn modelId="{D4467254-65C7-3349-A259-EECDB30A3CFA}" type="presOf" srcId="{7B62D980-7311-463F-8FE7-438B71D5375E}" destId="{EB617784-36C6-C448-8A37-7DC6497620DE}" srcOrd="0" destOrd="0" presId="urn:microsoft.com/office/officeart/2005/8/layout/vList2"/>
    <dgm:cxn modelId="{9733D65C-183C-494F-89D0-E4A4DCB379BD}" srcId="{45EAECC1-4270-4D97-A417-ABDDF047DA57}" destId="{A9AE513B-14A7-4A8E-B9A5-B0AD82D1294E}" srcOrd="0" destOrd="0" parTransId="{3FD28577-11FA-496B-BA39-515F6DC9C4EE}" sibTransId="{D8AB88FB-9EA7-4D3A-B5C8-44BB09A1FC6E}"/>
    <dgm:cxn modelId="{8D326B5D-2189-4261-80AC-F227E4B3C232}" srcId="{AE83226E-DECF-43FE-92A1-545A2DBB75E7}" destId="{880F7DCF-34C1-4DD7-868A-487B31014F27}" srcOrd="1" destOrd="0" parTransId="{CBB3942E-0A16-40DF-83BF-98AE3DA34306}" sibTransId="{E370A9EF-AF9E-4E17-9A0F-87FB2B67B382}"/>
    <dgm:cxn modelId="{8FE76C61-5D17-E941-9D25-67FFFFE3F909}" type="presOf" srcId="{A9AE513B-14A7-4A8E-B9A5-B0AD82D1294E}" destId="{DFC47DE6-4EAB-7946-A35F-D746693323BD}" srcOrd="0" destOrd="0" presId="urn:microsoft.com/office/officeart/2005/8/layout/vList2"/>
    <dgm:cxn modelId="{7F6AE873-FF2E-48BA-A39A-16E890B41CBE}" srcId="{45EAECC1-4270-4D97-A417-ABDDF047DA57}" destId="{8CDD7D23-DD2C-444B-8DFD-F878FF52959E}" srcOrd="3" destOrd="0" parTransId="{E9D666E2-0112-470F-95AA-4CE2D5BC34EF}" sibTransId="{29A2FA1F-0080-4AF1-A12E-8F64AAE6248F}"/>
    <dgm:cxn modelId="{D1FAD084-6AA3-E249-A4A8-A5D60F328779}" type="presOf" srcId="{880F7DCF-34C1-4DD7-868A-487B31014F27}" destId="{D8459020-6EC2-C74F-8FB7-7CB0CA955FFD}" srcOrd="0" destOrd="1" presId="urn:microsoft.com/office/officeart/2005/8/layout/vList2"/>
    <dgm:cxn modelId="{9524FF8A-C2E5-7D48-82CA-581E8FA6CEDC}" type="presOf" srcId="{2149F98C-F62B-4146-A25C-7B23A0A6B4FA}" destId="{781CBBEF-11E8-D140-B199-38887842FA39}" srcOrd="0" destOrd="1" presId="urn:microsoft.com/office/officeart/2005/8/layout/vList2"/>
    <dgm:cxn modelId="{56399F99-FDA1-7C4B-B196-059BBF6956B2}" type="presOf" srcId="{D5B056ED-A9B0-4338-88B9-924C18C53493}" destId="{CF41220A-4998-2D4B-93A8-1E46DAC95ABC}" srcOrd="0" destOrd="0" presId="urn:microsoft.com/office/officeart/2005/8/layout/vList2"/>
    <dgm:cxn modelId="{6D3FF8BB-7BA6-D14C-B559-3D5663BB90EA}" type="presOf" srcId="{45EAECC1-4270-4D97-A417-ABDDF047DA57}" destId="{2ABF697A-37FA-9548-856D-1464ACC603EA}" srcOrd="0" destOrd="0" presId="urn:microsoft.com/office/officeart/2005/8/layout/vList2"/>
    <dgm:cxn modelId="{C3107ABC-7410-4CE9-BCF6-A11EBD94B2DF}" srcId="{45EAECC1-4270-4D97-A417-ABDDF047DA57}" destId="{AE83226E-DECF-43FE-92A1-545A2DBB75E7}" srcOrd="1" destOrd="0" parTransId="{BA6FA24B-DD25-464A-B701-BDBD491C5855}" sibTransId="{1D4A903E-CA32-44FC-B7A8-1A03E2CEB853}"/>
    <dgm:cxn modelId="{AEA1BFD3-833A-2843-BF4A-90EC9C3CA35B}" type="presOf" srcId="{079520F6-25E8-4187-A521-666D77793E57}" destId="{D8459020-6EC2-C74F-8FB7-7CB0CA955FFD}" srcOrd="0" destOrd="0" presId="urn:microsoft.com/office/officeart/2005/8/layout/vList2"/>
    <dgm:cxn modelId="{97D2D6E2-6BDC-5B42-B2B5-4C255F6D7E1F}" type="presOf" srcId="{DA52A9FC-D719-41D2-9E21-69EC36B215B2}" destId="{D8459020-6EC2-C74F-8FB7-7CB0CA955FFD}" srcOrd="0" destOrd="2" presId="urn:microsoft.com/office/officeart/2005/8/layout/vList2"/>
    <dgm:cxn modelId="{20D902E5-5A38-40B7-BE29-220886719120}" srcId="{7B62D980-7311-463F-8FE7-438B71D5375E}" destId="{A1C5C6F7-40DB-4D50-9808-6C19F7D01241}" srcOrd="0" destOrd="0" parTransId="{3FA5EE1F-97BE-40C3-9865-28D20B4898EE}" sibTransId="{17EB36F6-9828-4555-AF55-9E20DABFCB96}"/>
    <dgm:cxn modelId="{71340EE5-84F3-4D10-880F-AAAE96522D60}" srcId="{AE83226E-DECF-43FE-92A1-545A2DBB75E7}" destId="{DA52A9FC-D719-41D2-9E21-69EC36B215B2}" srcOrd="2" destOrd="0" parTransId="{6C603C38-7B66-420E-B682-A7ACD5A53C3F}" sibTransId="{C7141EA5-0BFE-4924-A5A8-1B285472554F}"/>
    <dgm:cxn modelId="{3766F0EB-17A6-4A93-9057-5F44E02E29A5}" srcId="{8CDD7D23-DD2C-444B-8DFD-F878FF52959E}" destId="{D5B056ED-A9B0-4338-88B9-924C18C53493}" srcOrd="0" destOrd="0" parTransId="{536EE668-7062-403F-A907-50A3D9874387}" sibTransId="{5147B008-0414-48C7-BC2B-40C1795DC5CD}"/>
    <dgm:cxn modelId="{1DABD5EF-9FBA-4ED0-A663-E8575DADCEF1}" srcId="{A9AE513B-14A7-4A8E-B9A5-B0AD82D1294E}" destId="{2149F98C-F62B-4146-A25C-7B23A0A6B4FA}" srcOrd="1" destOrd="0" parTransId="{528A48D9-0ADE-4036-B06E-0588668BB3B9}" sibTransId="{2418CDB4-8CD9-42A9-8157-E87EF8E19845}"/>
    <dgm:cxn modelId="{45D1E0FF-8FF4-4E3A-95CB-BF04F8214431}" srcId="{A9AE513B-14A7-4A8E-B9A5-B0AD82D1294E}" destId="{C4B9842A-F6BF-47A8-A8D0-DAF34D065AC0}" srcOrd="0" destOrd="0" parTransId="{B5D818F1-029F-4F84-92BA-9999FFA2B877}" sibTransId="{7DB56657-3485-44B3-A7D8-4B8F570C5057}"/>
    <dgm:cxn modelId="{7E7C27EE-0CEE-4D40-AA9B-F978915722E8}" type="presParOf" srcId="{2ABF697A-37FA-9548-856D-1464ACC603EA}" destId="{DFC47DE6-4EAB-7946-A35F-D746693323BD}" srcOrd="0" destOrd="0" presId="urn:microsoft.com/office/officeart/2005/8/layout/vList2"/>
    <dgm:cxn modelId="{FFC480E0-4B20-BC44-8101-0DF995CEE10F}" type="presParOf" srcId="{2ABF697A-37FA-9548-856D-1464ACC603EA}" destId="{781CBBEF-11E8-D140-B199-38887842FA39}" srcOrd="1" destOrd="0" presId="urn:microsoft.com/office/officeart/2005/8/layout/vList2"/>
    <dgm:cxn modelId="{92A4E266-03D6-6A42-84CA-5684EBD8DF25}" type="presParOf" srcId="{2ABF697A-37FA-9548-856D-1464ACC603EA}" destId="{AEE03B32-66BE-0B42-98E8-1877C8C33930}" srcOrd="2" destOrd="0" presId="urn:microsoft.com/office/officeart/2005/8/layout/vList2"/>
    <dgm:cxn modelId="{ADA9EBE2-1FAB-284E-9E6A-27A6DC3E74FD}" type="presParOf" srcId="{2ABF697A-37FA-9548-856D-1464ACC603EA}" destId="{D8459020-6EC2-C74F-8FB7-7CB0CA955FFD}" srcOrd="3" destOrd="0" presId="urn:microsoft.com/office/officeart/2005/8/layout/vList2"/>
    <dgm:cxn modelId="{5FBE6DED-F267-2644-88A5-A013E43CE728}" type="presParOf" srcId="{2ABF697A-37FA-9548-856D-1464ACC603EA}" destId="{EB617784-36C6-C448-8A37-7DC6497620DE}" srcOrd="4" destOrd="0" presId="urn:microsoft.com/office/officeart/2005/8/layout/vList2"/>
    <dgm:cxn modelId="{BAE13EC0-D51D-FB4E-9B5A-14178E6AD5F0}" type="presParOf" srcId="{2ABF697A-37FA-9548-856D-1464ACC603EA}" destId="{2AE84AB8-4D03-EF4A-BA39-886C797E11EA}" srcOrd="5" destOrd="0" presId="urn:microsoft.com/office/officeart/2005/8/layout/vList2"/>
    <dgm:cxn modelId="{36B27883-059C-EC41-939A-A0955810F5DD}" type="presParOf" srcId="{2ABF697A-37FA-9548-856D-1464ACC603EA}" destId="{B5798200-7203-834A-B6A1-984085C6255F}" srcOrd="6" destOrd="0" presId="urn:microsoft.com/office/officeart/2005/8/layout/vList2"/>
    <dgm:cxn modelId="{94C26E8C-3467-E044-B2D7-157E8F131031}" type="presParOf" srcId="{2ABF697A-37FA-9548-856D-1464ACC603EA}" destId="{CF41220A-4998-2D4B-93A8-1E46DAC95AB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5946414-136B-4CDF-B27B-E59B12BDF7C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E46CF6E-1340-47B9-99E0-F74C914EC8B5}">
      <dgm:prSet/>
      <dgm:spPr/>
      <dgm:t>
        <a:bodyPr/>
        <a:lstStyle/>
        <a:p>
          <a:r>
            <a:rPr lang="en-CA" b="1" dirty="0"/>
            <a:t>Each team must have one formal technical academic advisor.</a:t>
          </a:r>
          <a:endParaRPr lang="en-US" dirty="0"/>
        </a:p>
      </dgm:t>
    </dgm:pt>
    <dgm:pt modelId="{1F410DEA-8837-49CA-9288-D45DF77B15B2}" type="parTrans" cxnId="{2664FAE0-24F9-4C08-9525-11A3CEA89AE3}">
      <dgm:prSet/>
      <dgm:spPr/>
      <dgm:t>
        <a:bodyPr/>
        <a:lstStyle/>
        <a:p>
          <a:endParaRPr lang="en-US"/>
        </a:p>
      </dgm:t>
    </dgm:pt>
    <dgm:pt modelId="{BFDC5513-3712-4B0C-95D7-B6FEDB95968D}" type="sibTrans" cxnId="{2664FAE0-24F9-4C08-9525-11A3CEA89AE3}">
      <dgm:prSet/>
      <dgm:spPr/>
      <dgm:t>
        <a:bodyPr/>
        <a:lstStyle/>
        <a:p>
          <a:endParaRPr lang="en-US"/>
        </a:p>
      </dgm:t>
    </dgm:pt>
    <dgm:pt modelId="{1A243392-C96E-440C-89D4-8255AB3939B2}">
      <dgm:prSet/>
      <dgm:spPr/>
      <dgm:t>
        <a:bodyPr/>
        <a:lstStyle/>
        <a:p>
          <a:r>
            <a:rPr lang="en-CA" b="1" dirty="0"/>
            <a:t>What “formal advisor” means:</a:t>
          </a:r>
          <a:endParaRPr lang="en-US" dirty="0"/>
        </a:p>
      </dgm:t>
    </dgm:pt>
    <dgm:pt modelId="{941F1C63-DB9D-4A9F-942B-DD4F6C4688F8}" type="parTrans" cxnId="{D8E60248-186D-4A57-BDD0-013CB760B69E}">
      <dgm:prSet/>
      <dgm:spPr/>
      <dgm:t>
        <a:bodyPr/>
        <a:lstStyle/>
        <a:p>
          <a:endParaRPr lang="en-US"/>
        </a:p>
      </dgm:t>
    </dgm:pt>
    <dgm:pt modelId="{BF698F64-B994-4CFD-A2C1-8FDEFF937847}" type="sibTrans" cxnId="{D8E60248-186D-4A57-BDD0-013CB760B69E}">
      <dgm:prSet/>
      <dgm:spPr/>
      <dgm:t>
        <a:bodyPr/>
        <a:lstStyle/>
        <a:p>
          <a:endParaRPr lang="en-US"/>
        </a:p>
      </dgm:t>
    </dgm:pt>
    <dgm:pt modelId="{56531AEE-293C-4F7C-8CC7-B8BF72C638FE}">
      <dgm:prSet/>
      <dgm:spPr/>
      <dgm:t>
        <a:bodyPr/>
        <a:lstStyle/>
        <a:p>
          <a:r>
            <a:rPr lang="en-CA" dirty="0"/>
            <a:t>A committed advisor for the </a:t>
          </a:r>
          <a:r>
            <a:rPr lang="en-CA" b="1" dirty="0"/>
            <a:t>full academic year (both semesters),</a:t>
          </a:r>
          <a:endParaRPr lang="en-US" dirty="0"/>
        </a:p>
      </dgm:t>
    </dgm:pt>
    <dgm:pt modelId="{9D8D2CAD-3C46-42DC-B0F6-E0C3C6D3A05C}" type="parTrans" cxnId="{8429103D-3B28-4F22-A8FB-601C9E8EBFFF}">
      <dgm:prSet/>
      <dgm:spPr/>
      <dgm:t>
        <a:bodyPr/>
        <a:lstStyle/>
        <a:p>
          <a:endParaRPr lang="en-US"/>
        </a:p>
      </dgm:t>
    </dgm:pt>
    <dgm:pt modelId="{1DADE29F-8B28-4C92-B258-0A35386E0AAE}" type="sibTrans" cxnId="{8429103D-3B28-4F22-A8FB-601C9E8EBFFF}">
      <dgm:prSet/>
      <dgm:spPr/>
      <dgm:t>
        <a:bodyPr/>
        <a:lstStyle/>
        <a:p>
          <a:endParaRPr lang="en-US"/>
        </a:p>
      </dgm:t>
    </dgm:pt>
    <dgm:pt modelId="{0F64E5B6-E872-4677-A357-899A72F4B6EE}">
      <dgm:prSet/>
      <dgm:spPr/>
      <dgm:t>
        <a:bodyPr/>
        <a:lstStyle/>
        <a:p>
          <a:r>
            <a:rPr lang="en-CA" dirty="0"/>
            <a:t>who will </a:t>
          </a:r>
          <a:r>
            <a:rPr lang="en-CA" b="1" dirty="0"/>
            <a:t>evaluate the team’s technical solutions</a:t>
          </a:r>
          <a:r>
            <a:rPr lang="en-CA" dirty="0"/>
            <a:t> and attend </a:t>
          </a:r>
          <a:r>
            <a:rPr lang="en-CA" b="1" dirty="0"/>
            <a:t>three evaluation sessions</a:t>
          </a:r>
          <a:r>
            <a:rPr lang="en-CA" dirty="0"/>
            <a:t>.</a:t>
          </a:r>
          <a:endParaRPr lang="en-US" dirty="0"/>
        </a:p>
      </dgm:t>
    </dgm:pt>
    <dgm:pt modelId="{E12B81E2-3337-45C6-849D-396ABA8564FF}" type="parTrans" cxnId="{EEC4A680-5270-4375-AE88-DFE63F8CCC76}">
      <dgm:prSet/>
      <dgm:spPr/>
      <dgm:t>
        <a:bodyPr/>
        <a:lstStyle/>
        <a:p>
          <a:endParaRPr lang="en-US"/>
        </a:p>
      </dgm:t>
    </dgm:pt>
    <dgm:pt modelId="{062B67F4-E4A2-4092-A427-3E9A6D9D9487}" type="sibTrans" cxnId="{EEC4A680-5270-4375-AE88-DFE63F8CCC76}">
      <dgm:prSet/>
      <dgm:spPr/>
      <dgm:t>
        <a:bodyPr/>
        <a:lstStyle/>
        <a:p>
          <a:endParaRPr lang="en-US"/>
        </a:p>
      </dgm:t>
    </dgm:pt>
    <dgm:pt modelId="{3B094EF0-4CE2-4651-BA31-BA9505809E4A}">
      <dgm:prSet/>
      <dgm:spPr/>
      <dgm:t>
        <a:bodyPr/>
        <a:lstStyle/>
        <a:p>
          <a:r>
            <a:rPr lang="en-CA" dirty="0"/>
            <a:t>Typical workload: </a:t>
          </a:r>
          <a:endParaRPr lang="en-US" dirty="0"/>
        </a:p>
      </dgm:t>
    </dgm:pt>
    <dgm:pt modelId="{CD33D5EA-FD2E-442F-8643-53D1AD2B777F}" type="parTrans" cxnId="{10F85646-2039-4970-83AE-FD554ED62B00}">
      <dgm:prSet/>
      <dgm:spPr/>
      <dgm:t>
        <a:bodyPr/>
        <a:lstStyle/>
        <a:p>
          <a:endParaRPr lang="en-US"/>
        </a:p>
      </dgm:t>
    </dgm:pt>
    <dgm:pt modelId="{A4F6A3B6-9E88-4C26-B3D8-9B471A85034B}" type="sibTrans" cxnId="{10F85646-2039-4970-83AE-FD554ED62B00}">
      <dgm:prSet/>
      <dgm:spPr/>
      <dgm:t>
        <a:bodyPr/>
        <a:lstStyle/>
        <a:p>
          <a:endParaRPr lang="en-US"/>
        </a:p>
      </dgm:t>
    </dgm:pt>
    <dgm:pt modelId="{7C88E31B-4DF7-403E-9BA7-A52BF997CAA0}">
      <dgm:prSet/>
      <dgm:spPr/>
      <dgm:t>
        <a:bodyPr/>
        <a:lstStyle/>
        <a:p>
          <a:r>
            <a:rPr lang="en-CA" b="1"/>
            <a:t>minimum 4–5 hours across the year</a:t>
          </a:r>
          <a:r>
            <a:rPr lang="en-CA"/>
            <a:t>.</a:t>
          </a:r>
          <a:endParaRPr lang="en-US"/>
        </a:p>
      </dgm:t>
    </dgm:pt>
    <dgm:pt modelId="{06D021DC-DE2C-4DE2-8052-4795900B2AE4}" type="parTrans" cxnId="{4F132635-6414-4D8B-A404-844963E0D15D}">
      <dgm:prSet/>
      <dgm:spPr/>
      <dgm:t>
        <a:bodyPr/>
        <a:lstStyle/>
        <a:p>
          <a:endParaRPr lang="en-US"/>
        </a:p>
      </dgm:t>
    </dgm:pt>
    <dgm:pt modelId="{B7B80463-3BC4-4067-B64D-3FF1F8C784DE}" type="sibTrans" cxnId="{4F132635-6414-4D8B-A404-844963E0D15D}">
      <dgm:prSet/>
      <dgm:spPr/>
      <dgm:t>
        <a:bodyPr/>
        <a:lstStyle/>
        <a:p>
          <a:endParaRPr lang="en-US"/>
        </a:p>
      </dgm:t>
    </dgm:pt>
    <dgm:pt modelId="{49365AD7-7961-412A-9787-AA2FFAB5C718}">
      <dgm:prSet/>
      <dgm:spPr/>
      <dgm:t>
        <a:bodyPr/>
        <a:lstStyle/>
        <a:p>
          <a:r>
            <a:rPr lang="en-CA"/>
            <a:t>Advisors </a:t>
          </a:r>
          <a:r>
            <a:rPr lang="en-CA" b="1"/>
            <a:t>do not mark reports</a:t>
          </a:r>
          <a:r>
            <a:rPr lang="en-CA"/>
            <a:t>; </a:t>
          </a:r>
          <a:endParaRPr lang="en-US"/>
        </a:p>
      </dgm:t>
    </dgm:pt>
    <dgm:pt modelId="{E73CE60C-84D0-4E5F-86FB-C6BBE99AD09A}" type="parTrans" cxnId="{88CAEBEA-4461-4F3E-BED9-ED82B2096A3A}">
      <dgm:prSet/>
      <dgm:spPr/>
      <dgm:t>
        <a:bodyPr/>
        <a:lstStyle/>
        <a:p>
          <a:endParaRPr lang="en-US"/>
        </a:p>
      </dgm:t>
    </dgm:pt>
    <dgm:pt modelId="{BE087866-9712-4DCE-96B1-03A0EB08F395}" type="sibTrans" cxnId="{88CAEBEA-4461-4F3E-BED9-ED82B2096A3A}">
      <dgm:prSet/>
      <dgm:spPr/>
      <dgm:t>
        <a:bodyPr/>
        <a:lstStyle/>
        <a:p>
          <a:endParaRPr lang="en-US"/>
        </a:p>
      </dgm:t>
    </dgm:pt>
    <dgm:pt modelId="{55406653-EFB0-4A4C-A74A-A355A181C764}">
      <dgm:prSet/>
      <dgm:spPr/>
      <dgm:t>
        <a:bodyPr/>
        <a:lstStyle/>
        <a:p>
          <a:r>
            <a:rPr lang="en-CA"/>
            <a:t>they provide </a:t>
          </a:r>
          <a:r>
            <a:rPr lang="en-CA" b="1"/>
            <a:t>technical guidance</a:t>
          </a:r>
          <a:r>
            <a:rPr lang="en-CA"/>
            <a:t>, </a:t>
          </a:r>
          <a:endParaRPr lang="en-US"/>
        </a:p>
      </dgm:t>
    </dgm:pt>
    <dgm:pt modelId="{C58D9C00-461D-4AA8-8658-EA4CB7742696}" type="parTrans" cxnId="{AC5DC69C-8F12-4E26-8C79-2F722A2A7F04}">
      <dgm:prSet/>
      <dgm:spPr/>
      <dgm:t>
        <a:bodyPr/>
        <a:lstStyle/>
        <a:p>
          <a:endParaRPr lang="en-US"/>
        </a:p>
      </dgm:t>
    </dgm:pt>
    <dgm:pt modelId="{AEC0B168-30B6-453A-88E6-9A76B39BEB31}" type="sibTrans" cxnId="{AC5DC69C-8F12-4E26-8C79-2F722A2A7F04}">
      <dgm:prSet/>
      <dgm:spPr/>
      <dgm:t>
        <a:bodyPr/>
        <a:lstStyle/>
        <a:p>
          <a:endParaRPr lang="en-US"/>
        </a:p>
      </dgm:t>
    </dgm:pt>
    <dgm:pt modelId="{A365F421-6527-4832-89F8-E7D7D4115C03}">
      <dgm:prSet/>
      <dgm:spPr/>
      <dgm:t>
        <a:bodyPr/>
        <a:lstStyle/>
        <a:p>
          <a:r>
            <a:rPr lang="en-CA" dirty="0"/>
            <a:t>endorse the </a:t>
          </a:r>
          <a:r>
            <a:rPr lang="en-CA" b="1" dirty="0"/>
            <a:t>technical soundness</a:t>
          </a:r>
          <a:r>
            <a:rPr lang="en-CA" dirty="0"/>
            <a:t> of your design, </a:t>
          </a:r>
          <a:endParaRPr lang="en-US" dirty="0"/>
        </a:p>
      </dgm:t>
    </dgm:pt>
    <dgm:pt modelId="{DDB1FD9C-AF24-4116-85CE-FDCF23ADE702}" type="parTrans" cxnId="{596D503B-6E61-45B8-8F91-1C375950C179}">
      <dgm:prSet/>
      <dgm:spPr/>
      <dgm:t>
        <a:bodyPr/>
        <a:lstStyle/>
        <a:p>
          <a:endParaRPr lang="en-US"/>
        </a:p>
      </dgm:t>
    </dgm:pt>
    <dgm:pt modelId="{F7392BFA-7CFD-4FC9-A6DF-437DE09D2819}" type="sibTrans" cxnId="{596D503B-6E61-45B8-8F91-1C375950C179}">
      <dgm:prSet/>
      <dgm:spPr/>
      <dgm:t>
        <a:bodyPr/>
        <a:lstStyle/>
        <a:p>
          <a:endParaRPr lang="en-US"/>
        </a:p>
      </dgm:t>
    </dgm:pt>
    <dgm:pt modelId="{9B0983D5-C353-4227-84C6-79635D1012D3}">
      <dgm:prSet/>
      <dgm:spPr/>
      <dgm:t>
        <a:bodyPr/>
        <a:lstStyle/>
        <a:p>
          <a:r>
            <a:rPr lang="en-CA" dirty="0"/>
            <a:t>and attend the fall, winter, and final oral project evaluation sessions.</a:t>
          </a:r>
          <a:endParaRPr lang="en-US" dirty="0"/>
        </a:p>
      </dgm:t>
    </dgm:pt>
    <dgm:pt modelId="{86BB59B2-9F90-4A66-91B6-4AC4B1081BB3}" type="parTrans" cxnId="{50A0AD8D-8B6F-47B7-81B7-B1BDE9810AC8}">
      <dgm:prSet/>
      <dgm:spPr/>
      <dgm:t>
        <a:bodyPr/>
        <a:lstStyle/>
        <a:p>
          <a:endParaRPr lang="en-US"/>
        </a:p>
      </dgm:t>
    </dgm:pt>
    <dgm:pt modelId="{C3D08645-C479-4AD7-816C-A4023F836931}" type="sibTrans" cxnId="{50A0AD8D-8B6F-47B7-81B7-B1BDE9810AC8}">
      <dgm:prSet/>
      <dgm:spPr/>
      <dgm:t>
        <a:bodyPr/>
        <a:lstStyle/>
        <a:p>
          <a:endParaRPr lang="en-US"/>
        </a:p>
      </dgm:t>
    </dgm:pt>
    <dgm:pt modelId="{E50BC925-B951-394F-AC71-64279CD5F5ED}">
      <dgm:prSet/>
      <dgm:spPr/>
      <dgm:t>
        <a:bodyPr/>
        <a:lstStyle/>
        <a:p>
          <a:r>
            <a:rPr lang="en-CA" dirty="0"/>
            <a:t>Teams may have </a:t>
          </a:r>
          <a:r>
            <a:rPr lang="en-CA" b="1" dirty="0"/>
            <a:t>multiple advisors</a:t>
          </a:r>
          <a:r>
            <a:rPr lang="en-CA" dirty="0"/>
            <a:t> (formal and/or informal); however, </a:t>
          </a:r>
          <a:r>
            <a:rPr lang="en-CA" b="1" dirty="0"/>
            <a:t>at least one formal academic advisor</a:t>
          </a:r>
          <a:r>
            <a:rPr lang="en-CA" dirty="0"/>
            <a:t> is required.</a:t>
          </a:r>
        </a:p>
      </dgm:t>
    </dgm:pt>
    <dgm:pt modelId="{F2A4C377-9381-A94A-B5A4-D67614A19A31}" type="parTrans" cxnId="{FAEBB5F8-0AF4-D643-9642-8F37FF770BEA}">
      <dgm:prSet/>
      <dgm:spPr/>
      <dgm:t>
        <a:bodyPr/>
        <a:lstStyle/>
        <a:p>
          <a:endParaRPr lang="en-US"/>
        </a:p>
      </dgm:t>
    </dgm:pt>
    <dgm:pt modelId="{62DA3921-3358-644E-9301-C1B59E16674C}" type="sibTrans" cxnId="{FAEBB5F8-0AF4-D643-9642-8F37FF770BEA}">
      <dgm:prSet/>
      <dgm:spPr/>
      <dgm:t>
        <a:bodyPr/>
        <a:lstStyle/>
        <a:p>
          <a:endParaRPr lang="en-US"/>
        </a:p>
      </dgm:t>
    </dgm:pt>
    <dgm:pt modelId="{D84D5F3F-BE70-774C-B52F-DAE45FDB7FF8}">
      <dgm:prSet/>
      <dgm:spPr/>
      <dgm:t>
        <a:bodyPr/>
        <a:lstStyle/>
        <a:p>
          <a:r>
            <a:rPr lang="en-CA" b="1" dirty="0"/>
            <a:t>Purpose:</a:t>
          </a:r>
          <a:r>
            <a:rPr lang="en-CA" dirty="0"/>
            <a:t> </a:t>
          </a:r>
          <a:endParaRPr lang="en-US" dirty="0"/>
        </a:p>
      </dgm:t>
    </dgm:pt>
    <dgm:pt modelId="{7FCC6EC9-3476-B94D-A8B4-D4E87CDF7FD3}" type="parTrans" cxnId="{6A15A9F0-2EC5-C94F-B6F4-EDCBD2CAAAAA}">
      <dgm:prSet/>
      <dgm:spPr/>
      <dgm:t>
        <a:bodyPr/>
        <a:lstStyle/>
        <a:p>
          <a:endParaRPr lang="en-US"/>
        </a:p>
      </dgm:t>
    </dgm:pt>
    <dgm:pt modelId="{0C6CFD1E-76C8-C44A-BB3E-904DAE427EB1}" type="sibTrans" cxnId="{6A15A9F0-2EC5-C94F-B6F4-EDCBD2CAAAAA}">
      <dgm:prSet/>
      <dgm:spPr/>
      <dgm:t>
        <a:bodyPr/>
        <a:lstStyle/>
        <a:p>
          <a:endParaRPr lang="en-US"/>
        </a:p>
      </dgm:t>
    </dgm:pt>
    <dgm:pt modelId="{AABD9CD6-D10F-D64C-8D9D-5C301C73D9B4}">
      <dgm:prSet/>
      <dgm:spPr/>
      <dgm:t>
        <a:bodyPr/>
        <a:lstStyle/>
        <a:p>
          <a:r>
            <a:rPr lang="en-CA" dirty="0"/>
            <a:t>Ensure your </a:t>
          </a:r>
          <a:r>
            <a:rPr lang="en-CA" b="1" dirty="0"/>
            <a:t>technical decisions are sound</a:t>
          </a:r>
          <a:r>
            <a:rPr lang="en-CA" dirty="0"/>
            <a:t> and that the solution meets ESE standards.</a:t>
          </a:r>
          <a:endParaRPr lang="en-US" dirty="0"/>
        </a:p>
      </dgm:t>
    </dgm:pt>
    <dgm:pt modelId="{FBF0DF23-1FD0-F34D-A709-44834985A8A9}" type="parTrans" cxnId="{988A40EB-2A4B-B04C-B173-6E9FCC66504F}">
      <dgm:prSet/>
      <dgm:spPr/>
      <dgm:t>
        <a:bodyPr/>
        <a:lstStyle/>
        <a:p>
          <a:endParaRPr lang="en-US"/>
        </a:p>
      </dgm:t>
    </dgm:pt>
    <dgm:pt modelId="{376A69A4-1BE1-EA4A-AED1-579FED4CA18E}" type="sibTrans" cxnId="{988A40EB-2A4B-B04C-B173-6E9FCC66504F}">
      <dgm:prSet/>
      <dgm:spPr/>
      <dgm:t>
        <a:bodyPr/>
        <a:lstStyle/>
        <a:p>
          <a:endParaRPr lang="en-US"/>
        </a:p>
      </dgm:t>
    </dgm:pt>
    <dgm:pt modelId="{D044C79D-4D34-CC46-9B90-5E7484278DF7}">
      <dgm:prSet/>
      <dgm:spPr/>
      <dgm:t>
        <a:bodyPr/>
        <a:lstStyle/>
        <a:p>
          <a:r>
            <a:rPr lang="en-US" dirty="0"/>
            <a:t>Deadline:</a:t>
          </a:r>
        </a:p>
      </dgm:t>
    </dgm:pt>
    <dgm:pt modelId="{CC6B0F45-5116-F54B-B5E1-BF7270D17623}" type="parTrans" cxnId="{59A6FB7A-2692-AF43-8DA1-454896C046FC}">
      <dgm:prSet/>
      <dgm:spPr/>
      <dgm:t>
        <a:bodyPr/>
        <a:lstStyle/>
        <a:p>
          <a:endParaRPr lang="en-US"/>
        </a:p>
      </dgm:t>
    </dgm:pt>
    <dgm:pt modelId="{9404EAB8-5A2C-E840-9EEB-FD25A383F21B}" type="sibTrans" cxnId="{59A6FB7A-2692-AF43-8DA1-454896C046FC}">
      <dgm:prSet/>
      <dgm:spPr/>
      <dgm:t>
        <a:bodyPr/>
        <a:lstStyle/>
        <a:p>
          <a:endParaRPr lang="en-US"/>
        </a:p>
      </dgm:t>
    </dgm:pt>
    <dgm:pt modelId="{A8BF71BF-B3DA-AE4C-A798-26FB8AB59C5D}">
      <dgm:prSet/>
      <dgm:spPr/>
      <dgm:t>
        <a:bodyPr/>
        <a:lstStyle/>
        <a:p>
          <a:r>
            <a:rPr lang="en-US" dirty="0"/>
            <a:t>By Project Information Submission Deadline</a:t>
          </a:r>
        </a:p>
      </dgm:t>
    </dgm:pt>
    <dgm:pt modelId="{CF246E44-E188-C34C-B096-BB471884D15D}" type="parTrans" cxnId="{7A77A8A9-7A4D-CA4E-BD15-61984D201CEC}">
      <dgm:prSet/>
      <dgm:spPr/>
      <dgm:t>
        <a:bodyPr/>
        <a:lstStyle/>
        <a:p>
          <a:endParaRPr lang="en-US"/>
        </a:p>
      </dgm:t>
    </dgm:pt>
    <dgm:pt modelId="{6D9F4D03-C38F-D841-8531-89CDE18599E7}" type="sibTrans" cxnId="{7A77A8A9-7A4D-CA4E-BD15-61984D201CEC}">
      <dgm:prSet/>
      <dgm:spPr/>
      <dgm:t>
        <a:bodyPr/>
        <a:lstStyle/>
        <a:p>
          <a:endParaRPr lang="en-US"/>
        </a:p>
      </dgm:t>
    </dgm:pt>
    <dgm:pt modelId="{CFAA6FD2-58E3-644C-BDEE-97F25F162B86}" type="pres">
      <dgm:prSet presAssocID="{D5946414-136B-4CDF-B27B-E59B12BDF7C3}" presName="linear" presStyleCnt="0">
        <dgm:presLayoutVars>
          <dgm:animLvl val="lvl"/>
          <dgm:resizeHandles val="exact"/>
        </dgm:presLayoutVars>
      </dgm:prSet>
      <dgm:spPr/>
    </dgm:pt>
    <dgm:pt modelId="{64A876E3-6470-9A48-8CC5-BFA64C6F1F24}" type="pres">
      <dgm:prSet presAssocID="{8E46CF6E-1340-47B9-99E0-F74C914EC8B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A81B652-7CE9-BC49-9ED8-CA7F43BA5F21}" type="pres">
      <dgm:prSet presAssocID="{8E46CF6E-1340-47B9-99E0-F74C914EC8B5}" presName="childText" presStyleLbl="revTx" presStyleIdx="0" presStyleCnt="5">
        <dgm:presLayoutVars>
          <dgm:bulletEnabled val="1"/>
        </dgm:presLayoutVars>
      </dgm:prSet>
      <dgm:spPr/>
    </dgm:pt>
    <dgm:pt modelId="{4A43F410-546D-1A4C-9257-4776748000BD}" type="pres">
      <dgm:prSet presAssocID="{1A243392-C96E-440C-89D4-8255AB3939B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C126B78-4DCE-F541-A2DA-EA37FFB25A77}" type="pres">
      <dgm:prSet presAssocID="{1A243392-C96E-440C-89D4-8255AB3939B2}" presName="childText" presStyleLbl="revTx" presStyleIdx="1" presStyleCnt="5">
        <dgm:presLayoutVars>
          <dgm:bulletEnabled val="1"/>
        </dgm:presLayoutVars>
      </dgm:prSet>
      <dgm:spPr/>
    </dgm:pt>
    <dgm:pt modelId="{349BFC4A-A21B-1648-9B31-91D9B6E1E66F}" type="pres">
      <dgm:prSet presAssocID="{D84D5F3F-BE70-774C-B52F-DAE45FDB7FF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832B5E7-D378-9B4C-A3FA-1CA34DE2756C}" type="pres">
      <dgm:prSet presAssocID="{D84D5F3F-BE70-774C-B52F-DAE45FDB7FF8}" presName="childText" presStyleLbl="revTx" presStyleIdx="2" presStyleCnt="5">
        <dgm:presLayoutVars>
          <dgm:bulletEnabled val="1"/>
        </dgm:presLayoutVars>
      </dgm:prSet>
      <dgm:spPr/>
    </dgm:pt>
    <dgm:pt modelId="{2E58B219-C4A9-D048-A0B1-35FD82A8FBC4}" type="pres">
      <dgm:prSet presAssocID="{3B094EF0-4CE2-4651-BA31-BA9505809E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FCF930-1E56-DA48-9D92-20691FDFAEFF}" type="pres">
      <dgm:prSet presAssocID="{3B094EF0-4CE2-4651-BA31-BA9505809E4A}" presName="childText" presStyleLbl="revTx" presStyleIdx="3" presStyleCnt="5">
        <dgm:presLayoutVars>
          <dgm:bulletEnabled val="1"/>
        </dgm:presLayoutVars>
      </dgm:prSet>
      <dgm:spPr/>
    </dgm:pt>
    <dgm:pt modelId="{27951C06-9C0E-6A4A-82DB-89FA3E80D228}" type="pres">
      <dgm:prSet presAssocID="{D044C79D-4D34-CC46-9B90-5E7484278DF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1479623-44F4-4444-8BFE-C04D8A374D0B}" type="pres">
      <dgm:prSet presAssocID="{D044C79D-4D34-CC46-9B90-5E7484278DF7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442B9700-5BEC-714F-8F01-0966B57A6F1D}" type="presOf" srcId="{D5946414-136B-4CDF-B27B-E59B12BDF7C3}" destId="{CFAA6FD2-58E3-644C-BDEE-97F25F162B86}" srcOrd="0" destOrd="0" presId="urn:microsoft.com/office/officeart/2005/8/layout/vList2"/>
    <dgm:cxn modelId="{BABFAC00-E053-E94B-BB20-28852DD8D9AD}" type="presOf" srcId="{D84D5F3F-BE70-774C-B52F-DAE45FDB7FF8}" destId="{349BFC4A-A21B-1648-9B31-91D9B6E1E66F}" srcOrd="0" destOrd="0" presId="urn:microsoft.com/office/officeart/2005/8/layout/vList2"/>
    <dgm:cxn modelId="{1FF9F123-E9B2-F949-8534-218B145E7ECD}" type="presOf" srcId="{3B094EF0-4CE2-4651-BA31-BA9505809E4A}" destId="{2E58B219-C4A9-D048-A0B1-35FD82A8FBC4}" srcOrd="0" destOrd="0" presId="urn:microsoft.com/office/officeart/2005/8/layout/vList2"/>
    <dgm:cxn modelId="{62F3B92F-384C-1940-AD26-85F3471EDCE9}" type="presOf" srcId="{1A243392-C96E-440C-89D4-8255AB3939B2}" destId="{4A43F410-546D-1A4C-9257-4776748000BD}" srcOrd="0" destOrd="0" presId="urn:microsoft.com/office/officeart/2005/8/layout/vList2"/>
    <dgm:cxn modelId="{4F132635-6414-4D8B-A404-844963E0D15D}" srcId="{3B094EF0-4CE2-4651-BA31-BA9505809E4A}" destId="{7C88E31B-4DF7-403E-9BA7-A52BF997CAA0}" srcOrd="0" destOrd="0" parTransId="{06D021DC-DE2C-4DE2-8052-4795900B2AE4}" sibTransId="{B7B80463-3BC4-4067-B64D-3FF1F8C784DE}"/>
    <dgm:cxn modelId="{596D503B-6E61-45B8-8F91-1C375950C179}" srcId="{3B094EF0-4CE2-4651-BA31-BA9505809E4A}" destId="{A365F421-6527-4832-89F8-E7D7D4115C03}" srcOrd="3" destOrd="0" parTransId="{DDB1FD9C-AF24-4116-85CE-FDCF23ADE702}" sibTransId="{F7392BFA-7CFD-4FC9-A6DF-437DE09D2819}"/>
    <dgm:cxn modelId="{8429103D-3B28-4F22-A8FB-601C9E8EBFFF}" srcId="{1A243392-C96E-440C-89D4-8255AB3939B2}" destId="{56531AEE-293C-4F7C-8CC7-B8BF72C638FE}" srcOrd="0" destOrd="0" parTransId="{9D8D2CAD-3C46-42DC-B0F6-E0C3C6D3A05C}" sibTransId="{1DADE29F-8B28-4C92-B258-0A35386E0AAE}"/>
    <dgm:cxn modelId="{10F85646-2039-4970-83AE-FD554ED62B00}" srcId="{D5946414-136B-4CDF-B27B-E59B12BDF7C3}" destId="{3B094EF0-4CE2-4651-BA31-BA9505809E4A}" srcOrd="3" destOrd="0" parTransId="{CD33D5EA-FD2E-442F-8643-53D1AD2B777F}" sibTransId="{A4F6A3B6-9E88-4C26-B3D8-9B471A85034B}"/>
    <dgm:cxn modelId="{D8E60248-186D-4A57-BDD0-013CB760B69E}" srcId="{D5946414-136B-4CDF-B27B-E59B12BDF7C3}" destId="{1A243392-C96E-440C-89D4-8255AB3939B2}" srcOrd="1" destOrd="0" parTransId="{941F1C63-DB9D-4A9F-942B-DD4F6C4688F8}" sibTransId="{BF698F64-B994-4CFD-A2C1-8FDEFF937847}"/>
    <dgm:cxn modelId="{078C255E-7958-094A-B6C6-F2854534E8BF}" type="presOf" srcId="{56531AEE-293C-4F7C-8CC7-B8BF72C638FE}" destId="{2C126B78-4DCE-F541-A2DA-EA37FFB25A77}" srcOrd="0" destOrd="0" presId="urn:microsoft.com/office/officeart/2005/8/layout/vList2"/>
    <dgm:cxn modelId="{93760267-21DD-A441-AE83-7352FB86E37E}" type="presOf" srcId="{A365F421-6527-4832-89F8-E7D7D4115C03}" destId="{47FCF930-1E56-DA48-9D92-20691FDFAEFF}" srcOrd="0" destOrd="3" presId="urn:microsoft.com/office/officeart/2005/8/layout/vList2"/>
    <dgm:cxn modelId="{21923467-DFBA-F34E-8AC5-4122A908140C}" type="presOf" srcId="{0F64E5B6-E872-4677-A357-899A72F4B6EE}" destId="{2C126B78-4DCE-F541-A2DA-EA37FFB25A77}" srcOrd="0" destOrd="1" presId="urn:microsoft.com/office/officeart/2005/8/layout/vList2"/>
    <dgm:cxn modelId="{32788767-F554-3249-9083-3EF60681CBE2}" type="presOf" srcId="{8E46CF6E-1340-47B9-99E0-F74C914EC8B5}" destId="{64A876E3-6470-9A48-8CC5-BFA64C6F1F24}" srcOrd="0" destOrd="0" presId="urn:microsoft.com/office/officeart/2005/8/layout/vList2"/>
    <dgm:cxn modelId="{2156B67A-0B9C-2644-BA84-46871BAA8185}" type="presOf" srcId="{49365AD7-7961-412A-9787-AA2FFAB5C718}" destId="{47FCF930-1E56-DA48-9D92-20691FDFAEFF}" srcOrd="0" destOrd="1" presId="urn:microsoft.com/office/officeart/2005/8/layout/vList2"/>
    <dgm:cxn modelId="{59A6FB7A-2692-AF43-8DA1-454896C046FC}" srcId="{D5946414-136B-4CDF-B27B-E59B12BDF7C3}" destId="{D044C79D-4D34-CC46-9B90-5E7484278DF7}" srcOrd="4" destOrd="0" parTransId="{CC6B0F45-5116-F54B-B5E1-BF7270D17623}" sibTransId="{9404EAB8-5A2C-E840-9EEB-FD25A383F21B}"/>
    <dgm:cxn modelId="{E23DE67B-BF9D-3F4C-88F6-0AF6C70298DD}" type="presOf" srcId="{AABD9CD6-D10F-D64C-8D9D-5C301C73D9B4}" destId="{8832B5E7-D378-9B4C-A3FA-1CA34DE2756C}" srcOrd="0" destOrd="0" presId="urn:microsoft.com/office/officeart/2005/8/layout/vList2"/>
    <dgm:cxn modelId="{C7435D7E-558B-2B4B-AD32-599382DFB9EF}" type="presOf" srcId="{9B0983D5-C353-4227-84C6-79635D1012D3}" destId="{47FCF930-1E56-DA48-9D92-20691FDFAEFF}" srcOrd="0" destOrd="4" presId="urn:microsoft.com/office/officeart/2005/8/layout/vList2"/>
    <dgm:cxn modelId="{EEC4A680-5270-4375-AE88-DFE63F8CCC76}" srcId="{1A243392-C96E-440C-89D4-8255AB3939B2}" destId="{0F64E5B6-E872-4677-A357-899A72F4B6EE}" srcOrd="1" destOrd="0" parTransId="{E12B81E2-3337-45C6-849D-396ABA8564FF}" sibTransId="{062B67F4-E4A2-4092-A427-3E9A6D9D9487}"/>
    <dgm:cxn modelId="{50A0AD8D-8B6F-47B7-81B7-B1BDE9810AC8}" srcId="{3B094EF0-4CE2-4651-BA31-BA9505809E4A}" destId="{9B0983D5-C353-4227-84C6-79635D1012D3}" srcOrd="4" destOrd="0" parTransId="{86BB59B2-9F90-4A66-91B6-4AC4B1081BB3}" sibTransId="{C3D08645-C479-4AD7-816C-A4023F836931}"/>
    <dgm:cxn modelId="{091A9B9B-7D72-514E-A223-E098C53A1FED}" type="presOf" srcId="{7C88E31B-4DF7-403E-9BA7-A52BF997CAA0}" destId="{47FCF930-1E56-DA48-9D92-20691FDFAEFF}" srcOrd="0" destOrd="0" presId="urn:microsoft.com/office/officeart/2005/8/layout/vList2"/>
    <dgm:cxn modelId="{AC5DC69C-8F12-4E26-8C79-2F722A2A7F04}" srcId="{3B094EF0-4CE2-4651-BA31-BA9505809E4A}" destId="{55406653-EFB0-4A4C-A74A-A355A181C764}" srcOrd="2" destOrd="0" parTransId="{C58D9C00-461D-4AA8-8658-EA4CB7742696}" sibTransId="{AEC0B168-30B6-453A-88E6-9A76B39BEB31}"/>
    <dgm:cxn modelId="{7A77A8A9-7A4D-CA4E-BD15-61984D201CEC}" srcId="{D044C79D-4D34-CC46-9B90-5E7484278DF7}" destId="{A8BF71BF-B3DA-AE4C-A798-26FB8AB59C5D}" srcOrd="0" destOrd="0" parTransId="{CF246E44-E188-C34C-B096-BB471884D15D}" sibTransId="{6D9F4D03-C38F-D841-8531-89CDE18599E7}"/>
    <dgm:cxn modelId="{E7CA6DB3-A1C5-BC4E-A55C-A01C5BD2810D}" type="presOf" srcId="{A8BF71BF-B3DA-AE4C-A798-26FB8AB59C5D}" destId="{61479623-44F4-4444-8BFE-C04D8A374D0B}" srcOrd="0" destOrd="0" presId="urn:microsoft.com/office/officeart/2005/8/layout/vList2"/>
    <dgm:cxn modelId="{2664FAE0-24F9-4C08-9525-11A3CEA89AE3}" srcId="{D5946414-136B-4CDF-B27B-E59B12BDF7C3}" destId="{8E46CF6E-1340-47B9-99E0-F74C914EC8B5}" srcOrd="0" destOrd="0" parTransId="{1F410DEA-8837-49CA-9288-D45DF77B15B2}" sibTransId="{BFDC5513-3712-4B0C-95D7-B6FEDB95968D}"/>
    <dgm:cxn modelId="{88CAEBEA-4461-4F3E-BED9-ED82B2096A3A}" srcId="{3B094EF0-4CE2-4651-BA31-BA9505809E4A}" destId="{49365AD7-7961-412A-9787-AA2FFAB5C718}" srcOrd="1" destOrd="0" parTransId="{E73CE60C-84D0-4E5F-86FB-C6BBE99AD09A}" sibTransId="{BE087866-9712-4DCE-96B1-03A0EB08F395}"/>
    <dgm:cxn modelId="{988A40EB-2A4B-B04C-B173-6E9FCC66504F}" srcId="{D84D5F3F-BE70-774C-B52F-DAE45FDB7FF8}" destId="{AABD9CD6-D10F-D64C-8D9D-5C301C73D9B4}" srcOrd="0" destOrd="0" parTransId="{FBF0DF23-1FD0-F34D-A709-44834985A8A9}" sibTransId="{376A69A4-1BE1-EA4A-AED1-579FED4CA18E}"/>
    <dgm:cxn modelId="{AC2A6CED-67AF-694E-85F5-8BB4A95BE5BC}" type="presOf" srcId="{55406653-EFB0-4A4C-A74A-A355A181C764}" destId="{47FCF930-1E56-DA48-9D92-20691FDFAEFF}" srcOrd="0" destOrd="2" presId="urn:microsoft.com/office/officeart/2005/8/layout/vList2"/>
    <dgm:cxn modelId="{6A15A9F0-2EC5-C94F-B6F4-EDCBD2CAAAAA}" srcId="{D5946414-136B-4CDF-B27B-E59B12BDF7C3}" destId="{D84D5F3F-BE70-774C-B52F-DAE45FDB7FF8}" srcOrd="2" destOrd="0" parTransId="{7FCC6EC9-3476-B94D-A8B4-D4E87CDF7FD3}" sibTransId="{0C6CFD1E-76C8-C44A-BB3E-904DAE427EB1}"/>
    <dgm:cxn modelId="{622207F6-F9C3-484F-BD33-5361D4DA91A3}" type="presOf" srcId="{D044C79D-4D34-CC46-9B90-5E7484278DF7}" destId="{27951C06-9C0E-6A4A-82DB-89FA3E80D228}" srcOrd="0" destOrd="0" presId="urn:microsoft.com/office/officeart/2005/8/layout/vList2"/>
    <dgm:cxn modelId="{FAEBB5F8-0AF4-D643-9642-8F37FF770BEA}" srcId="{8E46CF6E-1340-47B9-99E0-F74C914EC8B5}" destId="{E50BC925-B951-394F-AC71-64279CD5F5ED}" srcOrd="0" destOrd="0" parTransId="{F2A4C377-9381-A94A-B5A4-D67614A19A31}" sibTransId="{62DA3921-3358-644E-9301-C1B59E16674C}"/>
    <dgm:cxn modelId="{423CFFFA-6587-D742-9060-7412E90840B8}" type="presOf" srcId="{E50BC925-B951-394F-AC71-64279CD5F5ED}" destId="{0A81B652-7CE9-BC49-9ED8-CA7F43BA5F21}" srcOrd="0" destOrd="0" presId="urn:microsoft.com/office/officeart/2005/8/layout/vList2"/>
    <dgm:cxn modelId="{FBAB0F89-14ED-0E49-A51C-B2AE80CAA102}" type="presParOf" srcId="{CFAA6FD2-58E3-644C-BDEE-97F25F162B86}" destId="{64A876E3-6470-9A48-8CC5-BFA64C6F1F24}" srcOrd="0" destOrd="0" presId="urn:microsoft.com/office/officeart/2005/8/layout/vList2"/>
    <dgm:cxn modelId="{D2F847FF-3F0E-5E4A-BA8F-27CC90C29587}" type="presParOf" srcId="{CFAA6FD2-58E3-644C-BDEE-97F25F162B86}" destId="{0A81B652-7CE9-BC49-9ED8-CA7F43BA5F21}" srcOrd="1" destOrd="0" presId="urn:microsoft.com/office/officeart/2005/8/layout/vList2"/>
    <dgm:cxn modelId="{FCACBE47-D8D4-AD4F-A65B-113DB064E2D2}" type="presParOf" srcId="{CFAA6FD2-58E3-644C-BDEE-97F25F162B86}" destId="{4A43F410-546D-1A4C-9257-4776748000BD}" srcOrd="2" destOrd="0" presId="urn:microsoft.com/office/officeart/2005/8/layout/vList2"/>
    <dgm:cxn modelId="{535299DC-1E5D-4E45-BA33-140458672D07}" type="presParOf" srcId="{CFAA6FD2-58E3-644C-BDEE-97F25F162B86}" destId="{2C126B78-4DCE-F541-A2DA-EA37FFB25A77}" srcOrd="3" destOrd="0" presId="urn:microsoft.com/office/officeart/2005/8/layout/vList2"/>
    <dgm:cxn modelId="{8A8CA4CC-418D-0D41-BAC3-6CA59B588FB7}" type="presParOf" srcId="{CFAA6FD2-58E3-644C-BDEE-97F25F162B86}" destId="{349BFC4A-A21B-1648-9B31-91D9B6E1E66F}" srcOrd="4" destOrd="0" presId="urn:microsoft.com/office/officeart/2005/8/layout/vList2"/>
    <dgm:cxn modelId="{BA8BFFF4-8138-F34E-8567-DBF8EA7D0C72}" type="presParOf" srcId="{CFAA6FD2-58E3-644C-BDEE-97F25F162B86}" destId="{8832B5E7-D378-9B4C-A3FA-1CA34DE2756C}" srcOrd="5" destOrd="0" presId="urn:microsoft.com/office/officeart/2005/8/layout/vList2"/>
    <dgm:cxn modelId="{990C131F-76C0-EA4C-8EC0-25780C4F23EF}" type="presParOf" srcId="{CFAA6FD2-58E3-644C-BDEE-97F25F162B86}" destId="{2E58B219-C4A9-D048-A0B1-35FD82A8FBC4}" srcOrd="6" destOrd="0" presId="urn:microsoft.com/office/officeart/2005/8/layout/vList2"/>
    <dgm:cxn modelId="{5AC1ED2C-9504-444B-8D7A-07DF47015BF6}" type="presParOf" srcId="{CFAA6FD2-58E3-644C-BDEE-97F25F162B86}" destId="{47FCF930-1E56-DA48-9D92-20691FDFAEFF}" srcOrd="7" destOrd="0" presId="urn:microsoft.com/office/officeart/2005/8/layout/vList2"/>
    <dgm:cxn modelId="{C67B5D3F-C033-C549-A5E2-D9D1A489EBE1}" type="presParOf" srcId="{CFAA6FD2-58E3-644C-BDEE-97F25F162B86}" destId="{27951C06-9C0E-6A4A-82DB-89FA3E80D228}" srcOrd="8" destOrd="0" presId="urn:microsoft.com/office/officeart/2005/8/layout/vList2"/>
    <dgm:cxn modelId="{BEF8C8E3-F5E6-3841-9307-951D503A0B1A}" type="presParOf" srcId="{CFAA6FD2-58E3-644C-BDEE-97F25F162B86}" destId="{61479623-44F4-4444-8BFE-C04D8A374D0B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C354042-0F14-4FD0-BBEF-07E9950EEDA6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9D25D31-D337-43F9-9B87-517A9D41C162}">
      <dgm:prSet/>
      <dgm:spPr/>
      <dgm:t>
        <a:bodyPr/>
        <a:lstStyle/>
        <a:p>
          <a:r>
            <a:rPr lang="en-CA" b="1"/>
            <a:t>Assignment:</a:t>
          </a:r>
          <a:r>
            <a:rPr lang="en-CA"/>
            <a:t>  The sponsor must </a:t>
          </a:r>
          <a:r>
            <a:rPr lang="en-CA" b="1"/>
            <a:t>assign the sponsor representative</a:t>
          </a:r>
          <a:r>
            <a:rPr lang="en-CA"/>
            <a:t>. </a:t>
          </a:r>
          <a:endParaRPr lang="en-US"/>
        </a:p>
      </dgm:t>
    </dgm:pt>
    <dgm:pt modelId="{18D59D8C-33AF-496E-A691-D6377A73E997}" type="parTrans" cxnId="{E01A78A8-49C7-4703-9230-B9A2445E2E86}">
      <dgm:prSet/>
      <dgm:spPr/>
      <dgm:t>
        <a:bodyPr/>
        <a:lstStyle/>
        <a:p>
          <a:endParaRPr lang="en-US"/>
        </a:p>
      </dgm:t>
    </dgm:pt>
    <dgm:pt modelId="{B4BDF0FE-ABC3-4114-A048-A8558511CB70}" type="sibTrans" cxnId="{E01A78A8-49C7-4703-9230-B9A2445E2E86}">
      <dgm:prSet/>
      <dgm:spPr/>
      <dgm:t>
        <a:bodyPr/>
        <a:lstStyle/>
        <a:p>
          <a:endParaRPr lang="en-US"/>
        </a:p>
      </dgm:t>
    </dgm:pt>
    <dgm:pt modelId="{FA0B8064-1A1D-4BCC-91A7-B51DAF5C23F6}">
      <dgm:prSet/>
      <dgm:spPr/>
      <dgm:t>
        <a:bodyPr/>
        <a:lstStyle/>
        <a:p>
          <a:r>
            <a:rPr lang="en-CA"/>
            <a:t>All requests, evaluations, and meetings are arranged </a:t>
          </a:r>
          <a:r>
            <a:rPr lang="en-CA" b="1"/>
            <a:t>through this representative</a:t>
          </a:r>
          <a:r>
            <a:rPr lang="en-CA"/>
            <a:t>.</a:t>
          </a:r>
          <a:endParaRPr lang="en-US"/>
        </a:p>
      </dgm:t>
    </dgm:pt>
    <dgm:pt modelId="{3341F4E6-BC07-42FB-B46D-2D9530678E2F}" type="parTrans" cxnId="{EE8005D5-2504-417A-934E-0BD7DC704F68}">
      <dgm:prSet/>
      <dgm:spPr/>
      <dgm:t>
        <a:bodyPr/>
        <a:lstStyle/>
        <a:p>
          <a:endParaRPr lang="en-US"/>
        </a:p>
      </dgm:t>
    </dgm:pt>
    <dgm:pt modelId="{166F92DF-E1EE-4D9E-A19C-7103CE3141DA}" type="sibTrans" cxnId="{EE8005D5-2504-417A-934E-0BD7DC704F68}">
      <dgm:prSet/>
      <dgm:spPr/>
      <dgm:t>
        <a:bodyPr/>
        <a:lstStyle/>
        <a:p>
          <a:endParaRPr lang="en-US"/>
        </a:p>
      </dgm:t>
    </dgm:pt>
    <dgm:pt modelId="{774A2B2E-B6B4-4E88-8471-39925FE4D887}">
      <dgm:prSet/>
      <dgm:spPr/>
      <dgm:t>
        <a:bodyPr/>
        <a:lstStyle/>
        <a:p>
          <a:r>
            <a:rPr lang="en-CA"/>
            <a:t>APEGA membership (EIT or PEng) is strongly </a:t>
          </a:r>
          <a:r>
            <a:rPr lang="en-CA" u="sng"/>
            <a:t>recommended.</a:t>
          </a:r>
          <a:endParaRPr lang="en-US"/>
        </a:p>
      </dgm:t>
    </dgm:pt>
    <dgm:pt modelId="{71CCBEEE-8F8D-4B73-A6E8-F9E68CE13AD5}" type="parTrans" cxnId="{C982B76F-D2A2-4A4D-A951-8465DED5B19E}">
      <dgm:prSet/>
      <dgm:spPr/>
      <dgm:t>
        <a:bodyPr/>
        <a:lstStyle/>
        <a:p>
          <a:endParaRPr lang="en-US"/>
        </a:p>
      </dgm:t>
    </dgm:pt>
    <dgm:pt modelId="{66C7977D-69B2-422A-AE7F-D5BF4E0444E0}" type="sibTrans" cxnId="{C982B76F-D2A2-4A4D-A951-8465DED5B19E}">
      <dgm:prSet/>
      <dgm:spPr/>
      <dgm:t>
        <a:bodyPr/>
        <a:lstStyle/>
        <a:p>
          <a:endParaRPr lang="en-US"/>
        </a:p>
      </dgm:t>
    </dgm:pt>
    <dgm:pt modelId="{805961C4-3691-407A-9C23-9ABD15CDE272}">
      <dgm:prSet/>
      <dgm:spPr/>
      <dgm:t>
        <a:bodyPr/>
        <a:lstStyle/>
        <a:p>
          <a:r>
            <a:rPr lang="en-CA" b="1"/>
            <a:t>Engagement expectations:</a:t>
          </a:r>
          <a:endParaRPr lang="en-US"/>
        </a:p>
      </dgm:t>
    </dgm:pt>
    <dgm:pt modelId="{7E4DD5EB-8238-464E-BA61-903A939482D6}" type="parTrans" cxnId="{1BE90499-3A31-4F62-9D3E-1933F831B0F2}">
      <dgm:prSet/>
      <dgm:spPr/>
      <dgm:t>
        <a:bodyPr/>
        <a:lstStyle/>
        <a:p>
          <a:endParaRPr lang="en-US"/>
        </a:p>
      </dgm:t>
    </dgm:pt>
    <dgm:pt modelId="{FA47B867-2899-465C-BACE-360D0044E115}" type="sibTrans" cxnId="{1BE90499-3A31-4F62-9D3E-1933F831B0F2}">
      <dgm:prSet/>
      <dgm:spPr/>
      <dgm:t>
        <a:bodyPr/>
        <a:lstStyle/>
        <a:p>
          <a:endParaRPr lang="en-US"/>
        </a:p>
      </dgm:t>
    </dgm:pt>
    <dgm:pt modelId="{883A55A6-902A-46EC-A5D7-59F3F3315C7D}">
      <dgm:prSet/>
      <dgm:spPr/>
      <dgm:t>
        <a:bodyPr/>
        <a:lstStyle/>
        <a:p>
          <a:r>
            <a:rPr lang="en-CA"/>
            <a:t>Keep the sponsor </a:t>
          </a:r>
          <a:r>
            <a:rPr lang="en-CA" b="1"/>
            <a:t>involved in scoping and solution design</a:t>
          </a:r>
          <a:r>
            <a:rPr lang="en-CA"/>
            <a:t> to avoid surprises.</a:t>
          </a:r>
          <a:endParaRPr lang="en-US"/>
        </a:p>
      </dgm:t>
    </dgm:pt>
    <dgm:pt modelId="{CA118509-2275-4FEF-AE6A-0796D85DFB9E}" type="parTrans" cxnId="{B6D7000A-D242-4227-A3AC-938693E1486C}">
      <dgm:prSet/>
      <dgm:spPr/>
      <dgm:t>
        <a:bodyPr/>
        <a:lstStyle/>
        <a:p>
          <a:endParaRPr lang="en-US"/>
        </a:p>
      </dgm:t>
    </dgm:pt>
    <dgm:pt modelId="{BFD320F2-371F-4265-8F60-227E80D914D9}" type="sibTrans" cxnId="{B6D7000A-D242-4227-A3AC-938693E1486C}">
      <dgm:prSet/>
      <dgm:spPr/>
      <dgm:t>
        <a:bodyPr/>
        <a:lstStyle/>
        <a:p>
          <a:endParaRPr lang="en-US"/>
        </a:p>
      </dgm:t>
    </dgm:pt>
    <dgm:pt modelId="{2ECA6EE9-3D72-41A0-A16B-C622819E255D}">
      <dgm:prSet/>
      <dgm:spPr/>
      <dgm:t>
        <a:bodyPr/>
        <a:lstStyle/>
        <a:p>
          <a:r>
            <a:rPr lang="en-CA" b="1"/>
            <a:t>Meet at least once</a:t>
          </a:r>
          <a:r>
            <a:rPr lang="en-CA"/>
            <a:t> with the sponsor </a:t>
          </a:r>
          <a:r>
            <a:rPr lang="en-CA" b="1"/>
            <a:t>before finalizing the design roadmap</a:t>
          </a:r>
          <a:r>
            <a:rPr lang="en-CA"/>
            <a:t>.</a:t>
          </a:r>
          <a:endParaRPr lang="en-US"/>
        </a:p>
      </dgm:t>
    </dgm:pt>
    <dgm:pt modelId="{FBE93D9C-1B48-4AD8-8890-C7423D46F92C}" type="parTrans" cxnId="{EAFFFC27-2D7F-4004-9671-B672F1717525}">
      <dgm:prSet/>
      <dgm:spPr/>
      <dgm:t>
        <a:bodyPr/>
        <a:lstStyle/>
        <a:p>
          <a:endParaRPr lang="en-US"/>
        </a:p>
      </dgm:t>
    </dgm:pt>
    <dgm:pt modelId="{6368ED5C-657F-40C8-AF01-5F984AF8D529}" type="sibTrans" cxnId="{EAFFFC27-2D7F-4004-9671-B672F1717525}">
      <dgm:prSet/>
      <dgm:spPr/>
      <dgm:t>
        <a:bodyPr/>
        <a:lstStyle/>
        <a:p>
          <a:endParaRPr lang="en-US"/>
        </a:p>
      </dgm:t>
    </dgm:pt>
    <dgm:pt modelId="{3ADD9E1A-18BA-4C9D-A25D-6F4B5A846225}">
      <dgm:prSet/>
      <dgm:spPr/>
      <dgm:t>
        <a:bodyPr/>
        <a:lstStyle/>
        <a:p>
          <a:r>
            <a:rPr lang="en-CA"/>
            <a:t>Meet/consult </a:t>
          </a:r>
          <a:r>
            <a:rPr lang="en-CA" b="1"/>
            <a:t>as often as necessary</a:t>
          </a:r>
          <a:r>
            <a:rPr lang="en-CA"/>
            <a:t>, while respecting the representative’s schedule.</a:t>
          </a:r>
          <a:endParaRPr lang="en-US"/>
        </a:p>
      </dgm:t>
    </dgm:pt>
    <dgm:pt modelId="{B6C41BBA-4910-43C4-899E-8DB4ED743756}" type="parTrans" cxnId="{BB864F9C-D7A7-4542-958B-5E00480494A8}">
      <dgm:prSet/>
      <dgm:spPr/>
      <dgm:t>
        <a:bodyPr/>
        <a:lstStyle/>
        <a:p>
          <a:endParaRPr lang="en-US"/>
        </a:p>
      </dgm:t>
    </dgm:pt>
    <dgm:pt modelId="{5C43C691-2681-44AA-B531-DB6776A144A7}" type="sibTrans" cxnId="{BB864F9C-D7A7-4542-958B-5E00480494A8}">
      <dgm:prSet/>
      <dgm:spPr/>
      <dgm:t>
        <a:bodyPr/>
        <a:lstStyle/>
        <a:p>
          <a:endParaRPr lang="en-US"/>
        </a:p>
      </dgm:t>
    </dgm:pt>
    <dgm:pt modelId="{68444677-782F-4323-BE9D-E559A3DCF31E}">
      <dgm:prSet/>
      <dgm:spPr/>
      <dgm:t>
        <a:bodyPr/>
        <a:lstStyle/>
        <a:p>
          <a:r>
            <a:rPr lang="en-CA" b="1"/>
            <a:t>Share copies of team reports</a:t>
          </a:r>
          <a:r>
            <a:rPr lang="en-CA"/>
            <a:t> with the sponsor representative for their information (they </a:t>
          </a:r>
          <a:r>
            <a:rPr lang="en-CA" b="1"/>
            <a:t>do not mark</a:t>
          </a:r>
          <a:r>
            <a:rPr lang="en-CA"/>
            <a:t> your reports).</a:t>
          </a:r>
          <a:endParaRPr lang="en-US"/>
        </a:p>
      </dgm:t>
    </dgm:pt>
    <dgm:pt modelId="{EFB8417E-B70C-4F2D-AFF9-D17FC5D09EF9}" type="parTrans" cxnId="{B2392850-6298-4CBC-B517-03CDBE9BBCB2}">
      <dgm:prSet/>
      <dgm:spPr/>
      <dgm:t>
        <a:bodyPr/>
        <a:lstStyle/>
        <a:p>
          <a:endParaRPr lang="en-US"/>
        </a:p>
      </dgm:t>
    </dgm:pt>
    <dgm:pt modelId="{24A00EA9-A676-49BD-9C57-23434400F318}" type="sibTrans" cxnId="{B2392850-6298-4CBC-B517-03CDBE9BBCB2}">
      <dgm:prSet/>
      <dgm:spPr/>
      <dgm:t>
        <a:bodyPr/>
        <a:lstStyle/>
        <a:p>
          <a:endParaRPr lang="en-US"/>
        </a:p>
      </dgm:t>
    </dgm:pt>
    <dgm:pt modelId="{FA9C765A-BE89-4DC3-8D8F-7C82E3E6FF45}">
      <dgm:prSet/>
      <dgm:spPr/>
      <dgm:t>
        <a:bodyPr/>
        <a:lstStyle/>
        <a:p>
          <a:r>
            <a:rPr lang="en-CA" dirty="0"/>
            <a:t>Sponsor representative </a:t>
          </a:r>
          <a:r>
            <a:rPr lang="en-CA" b="1" dirty="0"/>
            <a:t>evaluations are part of your grade</a:t>
          </a:r>
          <a:r>
            <a:rPr lang="en-CA" dirty="0"/>
            <a:t>. They can evaluate fairly </a:t>
          </a:r>
          <a:r>
            <a:rPr lang="en-CA" b="1" dirty="0"/>
            <a:t>only if you keep them informed</a:t>
          </a:r>
          <a:r>
            <a:rPr lang="en-CA" dirty="0"/>
            <a:t> throughout.</a:t>
          </a:r>
          <a:endParaRPr lang="en-US" dirty="0"/>
        </a:p>
      </dgm:t>
    </dgm:pt>
    <dgm:pt modelId="{39EE2596-8859-4303-B359-238BC528B730}" type="parTrans" cxnId="{36F3609E-DD22-42EC-99AA-7641293C4479}">
      <dgm:prSet/>
      <dgm:spPr/>
      <dgm:t>
        <a:bodyPr/>
        <a:lstStyle/>
        <a:p>
          <a:endParaRPr lang="en-US"/>
        </a:p>
      </dgm:t>
    </dgm:pt>
    <dgm:pt modelId="{378EA42C-A09C-4D9D-8DE8-A625A67462A1}" type="sibTrans" cxnId="{36F3609E-DD22-42EC-99AA-7641293C4479}">
      <dgm:prSet/>
      <dgm:spPr/>
      <dgm:t>
        <a:bodyPr/>
        <a:lstStyle/>
        <a:p>
          <a:endParaRPr lang="en-US"/>
        </a:p>
      </dgm:t>
    </dgm:pt>
    <dgm:pt modelId="{32E8060F-BA06-4072-99BE-997C756769DC}">
      <dgm:prSet/>
      <dgm:spPr/>
      <dgm:t>
        <a:bodyPr/>
        <a:lstStyle/>
        <a:p>
          <a:r>
            <a:rPr lang="en-CA" b="1"/>
            <a:t>If issues arise:</a:t>
          </a:r>
          <a:r>
            <a:rPr lang="en-CA"/>
            <a:t> </a:t>
          </a:r>
          <a:endParaRPr lang="en-US"/>
        </a:p>
      </dgm:t>
    </dgm:pt>
    <dgm:pt modelId="{050A8EC4-AA23-4AEB-99AC-F63F2942FC8D}" type="parTrans" cxnId="{D15526D9-E7AE-40EE-810A-AD5D03F14A28}">
      <dgm:prSet/>
      <dgm:spPr/>
      <dgm:t>
        <a:bodyPr/>
        <a:lstStyle/>
        <a:p>
          <a:endParaRPr lang="en-US"/>
        </a:p>
      </dgm:t>
    </dgm:pt>
    <dgm:pt modelId="{E34C94DF-FEB3-439F-B762-598CF3D9CFAF}" type="sibTrans" cxnId="{D15526D9-E7AE-40EE-810A-AD5D03F14A28}">
      <dgm:prSet/>
      <dgm:spPr/>
      <dgm:t>
        <a:bodyPr/>
        <a:lstStyle/>
        <a:p>
          <a:endParaRPr lang="en-US"/>
        </a:p>
      </dgm:t>
    </dgm:pt>
    <dgm:pt modelId="{1F86F049-7188-45CA-96DA-1711DF2B0962}">
      <dgm:prSet/>
      <dgm:spPr/>
      <dgm:t>
        <a:bodyPr/>
        <a:lstStyle/>
        <a:p>
          <a:r>
            <a:rPr lang="en-CA"/>
            <a:t>An </a:t>
          </a:r>
          <a:r>
            <a:rPr lang="en-CA" b="1"/>
            <a:t>unsatisfied sponsor is not an option</a:t>
          </a:r>
          <a:r>
            <a:rPr lang="en-CA"/>
            <a:t>. </a:t>
          </a:r>
          <a:endParaRPr lang="en-US"/>
        </a:p>
      </dgm:t>
    </dgm:pt>
    <dgm:pt modelId="{A7675628-D725-480E-B07A-DC6A7B2685B5}" type="parTrans" cxnId="{A65E2863-7250-482F-8C3E-16ECB0073E01}">
      <dgm:prSet/>
      <dgm:spPr/>
      <dgm:t>
        <a:bodyPr/>
        <a:lstStyle/>
        <a:p>
          <a:endParaRPr lang="en-US"/>
        </a:p>
      </dgm:t>
    </dgm:pt>
    <dgm:pt modelId="{2324CE3E-D1F1-4489-9F2C-667A99893B97}" type="sibTrans" cxnId="{A65E2863-7250-482F-8C3E-16ECB0073E01}">
      <dgm:prSet/>
      <dgm:spPr/>
      <dgm:t>
        <a:bodyPr/>
        <a:lstStyle/>
        <a:p>
          <a:endParaRPr lang="en-US"/>
        </a:p>
      </dgm:t>
    </dgm:pt>
    <dgm:pt modelId="{40516D44-B0D2-4188-BD5C-71F5DFE006DD}">
      <dgm:prSet/>
      <dgm:spPr/>
      <dgm:t>
        <a:bodyPr/>
        <a:lstStyle/>
        <a:p>
          <a:r>
            <a:rPr lang="en-CA"/>
            <a:t>Do your best to keep the sponsor informed and satisfied. </a:t>
          </a:r>
          <a:endParaRPr lang="en-US"/>
        </a:p>
      </dgm:t>
    </dgm:pt>
    <dgm:pt modelId="{E0E1D41D-0E08-4BD2-B98D-14F648E24922}" type="parTrans" cxnId="{59570E4F-39CC-44FF-AD0E-9FC52110833E}">
      <dgm:prSet/>
      <dgm:spPr/>
      <dgm:t>
        <a:bodyPr/>
        <a:lstStyle/>
        <a:p>
          <a:endParaRPr lang="en-US"/>
        </a:p>
      </dgm:t>
    </dgm:pt>
    <dgm:pt modelId="{AA53E7EF-034D-4FA2-95F7-3D87ADB7D598}" type="sibTrans" cxnId="{59570E4F-39CC-44FF-AD0E-9FC52110833E}">
      <dgm:prSet/>
      <dgm:spPr/>
      <dgm:t>
        <a:bodyPr/>
        <a:lstStyle/>
        <a:p>
          <a:endParaRPr lang="en-US"/>
        </a:p>
      </dgm:t>
    </dgm:pt>
    <dgm:pt modelId="{5B15DC28-78EE-4542-A6EE-99718E4B78D1}">
      <dgm:prSet/>
      <dgm:spPr/>
      <dgm:t>
        <a:bodyPr/>
        <a:lstStyle/>
        <a:p>
          <a:r>
            <a:rPr lang="en-CA" b="1"/>
            <a:t>Escalate serious issues early</a:t>
          </a:r>
          <a:r>
            <a:rPr lang="en-CA"/>
            <a:t> to the TA</a:t>
          </a:r>
          <a:r>
            <a:rPr lang="en-CA">
              <a:sym typeface="Wingdings" panose="05000000000000000000" pitchFamily="2" charset="2"/>
            </a:rPr>
            <a:t></a:t>
          </a:r>
          <a:r>
            <a:rPr lang="en-CA"/>
            <a:t>course instructor if they cannot be resolved promptly and reasonably between the team and the sponsor.</a:t>
          </a:r>
          <a:endParaRPr lang="en-US"/>
        </a:p>
      </dgm:t>
    </dgm:pt>
    <dgm:pt modelId="{C99D4B42-8D98-4085-9BB6-890A99B1D476}" type="parTrans" cxnId="{0AA6DBC3-1A29-4C98-9125-11698A1D1581}">
      <dgm:prSet/>
      <dgm:spPr/>
      <dgm:t>
        <a:bodyPr/>
        <a:lstStyle/>
        <a:p>
          <a:endParaRPr lang="en-US"/>
        </a:p>
      </dgm:t>
    </dgm:pt>
    <dgm:pt modelId="{BB6AD63A-1140-4FB8-ABFD-765B850D9DD1}" type="sibTrans" cxnId="{0AA6DBC3-1A29-4C98-9125-11698A1D1581}">
      <dgm:prSet/>
      <dgm:spPr/>
      <dgm:t>
        <a:bodyPr/>
        <a:lstStyle/>
        <a:p>
          <a:endParaRPr lang="en-US"/>
        </a:p>
      </dgm:t>
    </dgm:pt>
    <dgm:pt modelId="{ABDEDF7C-3517-D54A-95B4-689B7B6CE7BD}">
      <dgm:prSet/>
      <dgm:spPr/>
      <dgm:t>
        <a:bodyPr/>
        <a:lstStyle/>
        <a:p>
          <a:r>
            <a:rPr lang="en-US" dirty="0"/>
            <a:t>Must attend all evaluation sessions.</a:t>
          </a:r>
        </a:p>
      </dgm:t>
    </dgm:pt>
    <dgm:pt modelId="{DA59A30B-AD78-134A-B2CF-CE49F163C024}" type="parTrans" cxnId="{54044533-ED03-164E-9095-F77CFEFB1C37}">
      <dgm:prSet/>
      <dgm:spPr/>
      <dgm:t>
        <a:bodyPr/>
        <a:lstStyle/>
        <a:p>
          <a:endParaRPr lang="en-US"/>
        </a:p>
      </dgm:t>
    </dgm:pt>
    <dgm:pt modelId="{E65A403E-4E5E-8D4B-B9E5-A52B0C525B90}" type="sibTrans" cxnId="{54044533-ED03-164E-9095-F77CFEFB1C37}">
      <dgm:prSet/>
      <dgm:spPr/>
      <dgm:t>
        <a:bodyPr/>
        <a:lstStyle/>
        <a:p>
          <a:endParaRPr lang="en-US"/>
        </a:p>
      </dgm:t>
    </dgm:pt>
    <dgm:pt modelId="{DDF1C67D-88D5-354C-B4D2-5F23D6FD567F}" type="pres">
      <dgm:prSet presAssocID="{9C354042-0F14-4FD0-BBEF-07E9950EEDA6}" presName="linear" presStyleCnt="0">
        <dgm:presLayoutVars>
          <dgm:dir/>
          <dgm:animLvl val="lvl"/>
          <dgm:resizeHandles val="exact"/>
        </dgm:presLayoutVars>
      </dgm:prSet>
      <dgm:spPr/>
    </dgm:pt>
    <dgm:pt modelId="{7787F3D4-E67D-434E-9292-04868FEDDD77}" type="pres">
      <dgm:prSet presAssocID="{49D25D31-D337-43F9-9B87-517A9D41C162}" presName="parentLin" presStyleCnt="0"/>
      <dgm:spPr/>
    </dgm:pt>
    <dgm:pt modelId="{1B06639C-E0BA-A249-84B0-68D3458F033E}" type="pres">
      <dgm:prSet presAssocID="{49D25D31-D337-43F9-9B87-517A9D41C162}" presName="parentLeftMargin" presStyleLbl="node1" presStyleIdx="0" presStyleCnt="3"/>
      <dgm:spPr/>
    </dgm:pt>
    <dgm:pt modelId="{F875E949-527F-4240-A834-E4BEA27A818C}" type="pres">
      <dgm:prSet presAssocID="{49D25D31-D337-43F9-9B87-517A9D41C16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011A70-CEB1-A04F-BE8B-A849FA971C72}" type="pres">
      <dgm:prSet presAssocID="{49D25D31-D337-43F9-9B87-517A9D41C162}" presName="negativeSpace" presStyleCnt="0"/>
      <dgm:spPr/>
    </dgm:pt>
    <dgm:pt modelId="{9E691C93-86D6-B74F-ADF8-0356F9793C46}" type="pres">
      <dgm:prSet presAssocID="{49D25D31-D337-43F9-9B87-517A9D41C162}" presName="childText" presStyleLbl="conFgAcc1" presStyleIdx="0" presStyleCnt="3">
        <dgm:presLayoutVars>
          <dgm:bulletEnabled val="1"/>
        </dgm:presLayoutVars>
      </dgm:prSet>
      <dgm:spPr/>
    </dgm:pt>
    <dgm:pt modelId="{D019DE54-641A-C045-A5AF-FB99386C5FF1}" type="pres">
      <dgm:prSet presAssocID="{B4BDF0FE-ABC3-4114-A048-A8558511CB70}" presName="spaceBetweenRectangles" presStyleCnt="0"/>
      <dgm:spPr/>
    </dgm:pt>
    <dgm:pt modelId="{07F607A9-050C-9A41-A0F2-5E4947FCC1A8}" type="pres">
      <dgm:prSet presAssocID="{805961C4-3691-407A-9C23-9ABD15CDE272}" presName="parentLin" presStyleCnt="0"/>
      <dgm:spPr/>
    </dgm:pt>
    <dgm:pt modelId="{C35345AD-753B-E448-B0FC-F7D7A1E471A6}" type="pres">
      <dgm:prSet presAssocID="{805961C4-3691-407A-9C23-9ABD15CDE272}" presName="parentLeftMargin" presStyleLbl="node1" presStyleIdx="0" presStyleCnt="3"/>
      <dgm:spPr/>
    </dgm:pt>
    <dgm:pt modelId="{E9E51393-E501-8E4F-87C1-DFF326DAC602}" type="pres">
      <dgm:prSet presAssocID="{805961C4-3691-407A-9C23-9ABD15CDE2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3CDE6B-84CB-F24B-B582-33FF92F3B41F}" type="pres">
      <dgm:prSet presAssocID="{805961C4-3691-407A-9C23-9ABD15CDE272}" presName="negativeSpace" presStyleCnt="0"/>
      <dgm:spPr/>
    </dgm:pt>
    <dgm:pt modelId="{30691177-287B-9D41-B2C4-D87342452C4A}" type="pres">
      <dgm:prSet presAssocID="{805961C4-3691-407A-9C23-9ABD15CDE272}" presName="childText" presStyleLbl="conFgAcc1" presStyleIdx="1" presStyleCnt="3">
        <dgm:presLayoutVars>
          <dgm:bulletEnabled val="1"/>
        </dgm:presLayoutVars>
      </dgm:prSet>
      <dgm:spPr/>
    </dgm:pt>
    <dgm:pt modelId="{451300AC-1D07-C34B-BF2E-62B767B75AF4}" type="pres">
      <dgm:prSet presAssocID="{FA47B867-2899-465C-BACE-360D0044E115}" presName="spaceBetweenRectangles" presStyleCnt="0"/>
      <dgm:spPr/>
    </dgm:pt>
    <dgm:pt modelId="{BF323214-51C5-7844-9734-765E8D7BCE39}" type="pres">
      <dgm:prSet presAssocID="{32E8060F-BA06-4072-99BE-997C756769DC}" presName="parentLin" presStyleCnt="0"/>
      <dgm:spPr/>
    </dgm:pt>
    <dgm:pt modelId="{C47751C2-1497-4F4B-9DA3-70B008E12805}" type="pres">
      <dgm:prSet presAssocID="{32E8060F-BA06-4072-99BE-997C756769DC}" presName="parentLeftMargin" presStyleLbl="node1" presStyleIdx="1" presStyleCnt="3"/>
      <dgm:spPr/>
    </dgm:pt>
    <dgm:pt modelId="{7AA0E0B6-B62D-A04A-94BB-C2CDC3A36637}" type="pres">
      <dgm:prSet presAssocID="{32E8060F-BA06-4072-99BE-997C756769D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8449AB4-0ECB-C147-B3AE-487D9C53CD30}" type="pres">
      <dgm:prSet presAssocID="{32E8060F-BA06-4072-99BE-997C756769DC}" presName="negativeSpace" presStyleCnt="0"/>
      <dgm:spPr/>
    </dgm:pt>
    <dgm:pt modelId="{197F4BB2-759A-5747-8E80-55F294A3C74C}" type="pres">
      <dgm:prSet presAssocID="{32E8060F-BA06-4072-99BE-997C756769D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3E4FD00-0213-6A4D-B42B-CD372EF7BDC5}" type="presOf" srcId="{1F86F049-7188-45CA-96DA-1711DF2B0962}" destId="{197F4BB2-759A-5747-8E80-55F294A3C74C}" srcOrd="0" destOrd="0" presId="urn:microsoft.com/office/officeart/2005/8/layout/list1"/>
    <dgm:cxn modelId="{12F96603-91ED-E347-8E8E-675F541C1BE3}" type="presOf" srcId="{3ADD9E1A-18BA-4C9D-A25D-6F4B5A846225}" destId="{30691177-287B-9D41-B2C4-D87342452C4A}" srcOrd="0" destOrd="2" presId="urn:microsoft.com/office/officeart/2005/8/layout/list1"/>
    <dgm:cxn modelId="{B6D7000A-D242-4227-A3AC-938693E1486C}" srcId="{805961C4-3691-407A-9C23-9ABD15CDE272}" destId="{883A55A6-902A-46EC-A5D7-59F3F3315C7D}" srcOrd="0" destOrd="0" parTransId="{CA118509-2275-4FEF-AE6A-0796D85DFB9E}" sibTransId="{BFD320F2-371F-4265-8F60-227E80D914D9}"/>
    <dgm:cxn modelId="{5169270E-453A-854C-B8DD-235ACF35E27A}" type="presOf" srcId="{805961C4-3691-407A-9C23-9ABD15CDE272}" destId="{E9E51393-E501-8E4F-87C1-DFF326DAC602}" srcOrd="1" destOrd="0" presId="urn:microsoft.com/office/officeart/2005/8/layout/list1"/>
    <dgm:cxn modelId="{48C3A817-FF52-3F4C-89EE-A9B51288E659}" type="presOf" srcId="{49D25D31-D337-43F9-9B87-517A9D41C162}" destId="{1B06639C-E0BA-A249-84B0-68D3458F033E}" srcOrd="0" destOrd="0" presId="urn:microsoft.com/office/officeart/2005/8/layout/list1"/>
    <dgm:cxn modelId="{EAFFFC27-2D7F-4004-9671-B672F1717525}" srcId="{805961C4-3691-407A-9C23-9ABD15CDE272}" destId="{2ECA6EE9-3D72-41A0-A16B-C622819E255D}" srcOrd="1" destOrd="0" parTransId="{FBE93D9C-1B48-4AD8-8890-C7423D46F92C}" sibTransId="{6368ED5C-657F-40C8-AF01-5F984AF8D529}"/>
    <dgm:cxn modelId="{54044533-ED03-164E-9095-F77CFEFB1C37}" srcId="{805961C4-3691-407A-9C23-9ABD15CDE272}" destId="{ABDEDF7C-3517-D54A-95B4-689B7B6CE7BD}" srcOrd="5" destOrd="0" parTransId="{DA59A30B-AD78-134A-B2CF-CE49F163C024}" sibTransId="{E65A403E-4E5E-8D4B-B9E5-A52B0C525B90}"/>
    <dgm:cxn modelId="{DE0BF548-4B5E-9242-BF10-FB23B4A07622}" type="presOf" srcId="{774A2B2E-B6B4-4E88-8471-39925FE4D887}" destId="{9E691C93-86D6-B74F-ADF8-0356F9793C46}" srcOrd="0" destOrd="1" presId="urn:microsoft.com/office/officeart/2005/8/layout/list1"/>
    <dgm:cxn modelId="{68C5714C-C611-7645-9F00-98246D1F37D8}" type="presOf" srcId="{FA0B8064-1A1D-4BCC-91A7-B51DAF5C23F6}" destId="{9E691C93-86D6-B74F-ADF8-0356F9793C46}" srcOrd="0" destOrd="0" presId="urn:microsoft.com/office/officeart/2005/8/layout/list1"/>
    <dgm:cxn modelId="{2AE0FA4C-3963-4946-8481-BA9C403C2B57}" type="presOf" srcId="{ABDEDF7C-3517-D54A-95B4-689B7B6CE7BD}" destId="{30691177-287B-9D41-B2C4-D87342452C4A}" srcOrd="0" destOrd="5" presId="urn:microsoft.com/office/officeart/2005/8/layout/list1"/>
    <dgm:cxn modelId="{59570E4F-39CC-44FF-AD0E-9FC52110833E}" srcId="{32E8060F-BA06-4072-99BE-997C756769DC}" destId="{40516D44-B0D2-4188-BD5C-71F5DFE006DD}" srcOrd="1" destOrd="0" parTransId="{E0E1D41D-0E08-4BD2-B98D-14F648E24922}" sibTransId="{AA53E7EF-034D-4FA2-95F7-3D87ADB7D598}"/>
    <dgm:cxn modelId="{B2392850-6298-4CBC-B517-03CDBE9BBCB2}" srcId="{805961C4-3691-407A-9C23-9ABD15CDE272}" destId="{68444677-782F-4323-BE9D-E559A3DCF31E}" srcOrd="3" destOrd="0" parTransId="{EFB8417E-B70C-4F2D-AFF9-D17FC5D09EF9}" sibTransId="{24A00EA9-A676-49BD-9C57-23434400F318}"/>
    <dgm:cxn modelId="{2DF94F56-9ADD-BB44-A51D-65EE61416A8B}" type="presOf" srcId="{9C354042-0F14-4FD0-BBEF-07E9950EEDA6}" destId="{DDF1C67D-88D5-354C-B4D2-5F23D6FD567F}" srcOrd="0" destOrd="0" presId="urn:microsoft.com/office/officeart/2005/8/layout/list1"/>
    <dgm:cxn modelId="{FF1ED05E-D450-7246-94DD-FC70AB1ED4A7}" type="presOf" srcId="{40516D44-B0D2-4188-BD5C-71F5DFE006DD}" destId="{197F4BB2-759A-5747-8E80-55F294A3C74C}" srcOrd="0" destOrd="1" presId="urn:microsoft.com/office/officeart/2005/8/layout/list1"/>
    <dgm:cxn modelId="{A65E2863-7250-482F-8C3E-16ECB0073E01}" srcId="{32E8060F-BA06-4072-99BE-997C756769DC}" destId="{1F86F049-7188-45CA-96DA-1711DF2B0962}" srcOrd="0" destOrd="0" parTransId="{A7675628-D725-480E-B07A-DC6A7B2685B5}" sibTransId="{2324CE3E-D1F1-4489-9F2C-667A99893B97}"/>
    <dgm:cxn modelId="{005C386D-5859-4346-B4E0-43AD69C4CBC8}" type="presOf" srcId="{5B15DC28-78EE-4542-A6EE-99718E4B78D1}" destId="{197F4BB2-759A-5747-8E80-55F294A3C74C}" srcOrd="0" destOrd="2" presId="urn:microsoft.com/office/officeart/2005/8/layout/list1"/>
    <dgm:cxn modelId="{C982B76F-D2A2-4A4D-A951-8465DED5B19E}" srcId="{49D25D31-D337-43F9-9B87-517A9D41C162}" destId="{774A2B2E-B6B4-4E88-8471-39925FE4D887}" srcOrd="1" destOrd="0" parTransId="{71CCBEEE-8F8D-4B73-A6E8-F9E68CE13AD5}" sibTransId="{66C7977D-69B2-422A-AE7F-D5BF4E0444E0}"/>
    <dgm:cxn modelId="{82883671-B94F-7D4A-A36F-01A3BD7DA79C}" type="presOf" srcId="{883A55A6-902A-46EC-A5D7-59F3F3315C7D}" destId="{30691177-287B-9D41-B2C4-D87342452C4A}" srcOrd="0" destOrd="0" presId="urn:microsoft.com/office/officeart/2005/8/layout/list1"/>
    <dgm:cxn modelId="{F413B481-238B-004A-A7EB-762D2555785A}" type="presOf" srcId="{805961C4-3691-407A-9C23-9ABD15CDE272}" destId="{C35345AD-753B-E448-B0FC-F7D7A1E471A6}" srcOrd="0" destOrd="0" presId="urn:microsoft.com/office/officeart/2005/8/layout/list1"/>
    <dgm:cxn modelId="{734AC997-7868-4447-B7AF-7C1784991097}" type="presOf" srcId="{68444677-782F-4323-BE9D-E559A3DCF31E}" destId="{30691177-287B-9D41-B2C4-D87342452C4A}" srcOrd="0" destOrd="3" presId="urn:microsoft.com/office/officeart/2005/8/layout/list1"/>
    <dgm:cxn modelId="{CD517B98-9D2F-F542-ADD0-E94AE9CC5656}" type="presOf" srcId="{32E8060F-BA06-4072-99BE-997C756769DC}" destId="{7AA0E0B6-B62D-A04A-94BB-C2CDC3A36637}" srcOrd="1" destOrd="0" presId="urn:microsoft.com/office/officeart/2005/8/layout/list1"/>
    <dgm:cxn modelId="{1BE90499-3A31-4F62-9D3E-1933F831B0F2}" srcId="{9C354042-0F14-4FD0-BBEF-07E9950EEDA6}" destId="{805961C4-3691-407A-9C23-9ABD15CDE272}" srcOrd="1" destOrd="0" parTransId="{7E4DD5EB-8238-464E-BA61-903A939482D6}" sibTransId="{FA47B867-2899-465C-BACE-360D0044E115}"/>
    <dgm:cxn modelId="{111A1F9A-BBAA-8542-8AED-1592CED6F7AE}" type="presOf" srcId="{2ECA6EE9-3D72-41A0-A16B-C622819E255D}" destId="{30691177-287B-9D41-B2C4-D87342452C4A}" srcOrd="0" destOrd="1" presId="urn:microsoft.com/office/officeart/2005/8/layout/list1"/>
    <dgm:cxn modelId="{BB864F9C-D7A7-4542-958B-5E00480494A8}" srcId="{805961C4-3691-407A-9C23-9ABD15CDE272}" destId="{3ADD9E1A-18BA-4C9D-A25D-6F4B5A846225}" srcOrd="2" destOrd="0" parTransId="{B6C41BBA-4910-43C4-899E-8DB4ED743756}" sibTransId="{5C43C691-2681-44AA-B531-DB6776A144A7}"/>
    <dgm:cxn modelId="{36F3609E-DD22-42EC-99AA-7641293C4479}" srcId="{805961C4-3691-407A-9C23-9ABD15CDE272}" destId="{FA9C765A-BE89-4DC3-8D8F-7C82E3E6FF45}" srcOrd="4" destOrd="0" parTransId="{39EE2596-8859-4303-B359-238BC528B730}" sibTransId="{378EA42C-A09C-4D9D-8DE8-A625A67462A1}"/>
    <dgm:cxn modelId="{972A49A2-F5E7-E04D-93F9-6B26AAD29593}" type="presOf" srcId="{49D25D31-D337-43F9-9B87-517A9D41C162}" destId="{F875E949-527F-4240-A834-E4BEA27A818C}" srcOrd="1" destOrd="0" presId="urn:microsoft.com/office/officeart/2005/8/layout/list1"/>
    <dgm:cxn modelId="{E01A78A8-49C7-4703-9230-B9A2445E2E86}" srcId="{9C354042-0F14-4FD0-BBEF-07E9950EEDA6}" destId="{49D25D31-D337-43F9-9B87-517A9D41C162}" srcOrd="0" destOrd="0" parTransId="{18D59D8C-33AF-496E-A691-D6377A73E997}" sibTransId="{B4BDF0FE-ABC3-4114-A048-A8558511CB70}"/>
    <dgm:cxn modelId="{4427A4B1-6436-F447-9C50-D0B4BE3977AA}" type="presOf" srcId="{FA9C765A-BE89-4DC3-8D8F-7C82E3E6FF45}" destId="{30691177-287B-9D41-B2C4-D87342452C4A}" srcOrd="0" destOrd="4" presId="urn:microsoft.com/office/officeart/2005/8/layout/list1"/>
    <dgm:cxn modelId="{0AA6DBC3-1A29-4C98-9125-11698A1D1581}" srcId="{32E8060F-BA06-4072-99BE-997C756769DC}" destId="{5B15DC28-78EE-4542-A6EE-99718E4B78D1}" srcOrd="2" destOrd="0" parTransId="{C99D4B42-8D98-4085-9BB6-890A99B1D476}" sibTransId="{BB6AD63A-1140-4FB8-ABFD-765B850D9DD1}"/>
    <dgm:cxn modelId="{EA04B0D3-F503-5F46-8FED-CEB2F5CF9485}" type="presOf" srcId="{32E8060F-BA06-4072-99BE-997C756769DC}" destId="{C47751C2-1497-4F4B-9DA3-70B008E12805}" srcOrd="0" destOrd="0" presId="urn:microsoft.com/office/officeart/2005/8/layout/list1"/>
    <dgm:cxn modelId="{EE8005D5-2504-417A-934E-0BD7DC704F68}" srcId="{49D25D31-D337-43F9-9B87-517A9D41C162}" destId="{FA0B8064-1A1D-4BCC-91A7-B51DAF5C23F6}" srcOrd="0" destOrd="0" parTransId="{3341F4E6-BC07-42FB-B46D-2D9530678E2F}" sibTransId="{166F92DF-E1EE-4D9E-A19C-7103CE3141DA}"/>
    <dgm:cxn modelId="{D15526D9-E7AE-40EE-810A-AD5D03F14A28}" srcId="{9C354042-0F14-4FD0-BBEF-07E9950EEDA6}" destId="{32E8060F-BA06-4072-99BE-997C756769DC}" srcOrd="2" destOrd="0" parTransId="{050A8EC4-AA23-4AEB-99AC-F63F2942FC8D}" sibTransId="{E34C94DF-FEB3-439F-B762-598CF3D9CFAF}"/>
    <dgm:cxn modelId="{E2262378-EE60-E646-8458-5E67FF79243D}" type="presParOf" srcId="{DDF1C67D-88D5-354C-B4D2-5F23D6FD567F}" destId="{7787F3D4-E67D-434E-9292-04868FEDDD77}" srcOrd="0" destOrd="0" presId="urn:microsoft.com/office/officeart/2005/8/layout/list1"/>
    <dgm:cxn modelId="{74FFE087-4789-434A-98A9-CE4A59A1B79E}" type="presParOf" srcId="{7787F3D4-E67D-434E-9292-04868FEDDD77}" destId="{1B06639C-E0BA-A249-84B0-68D3458F033E}" srcOrd="0" destOrd="0" presId="urn:microsoft.com/office/officeart/2005/8/layout/list1"/>
    <dgm:cxn modelId="{631690CC-4DA7-2F48-B1B8-0C8053467FD3}" type="presParOf" srcId="{7787F3D4-E67D-434E-9292-04868FEDDD77}" destId="{F875E949-527F-4240-A834-E4BEA27A818C}" srcOrd="1" destOrd="0" presId="urn:microsoft.com/office/officeart/2005/8/layout/list1"/>
    <dgm:cxn modelId="{26439FB3-5751-D341-96B6-058011651F71}" type="presParOf" srcId="{DDF1C67D-88D5-354C-B4D2-5F23D6FD567F}" destId="{86011A70-CEB1-A04F-BE8B-A849FA971C72}" srcOrd="1" destOrd="0" presId="urn:microsoft.com/office/officeart/2005/8/layout/list1"/>
    <dgm:cxn modelId="{881FD8D3-3708-9A43-9B79-DEDB3FECBC48}" type="presParOf" srcId="{DDF1C67D-88D5-354C-B4D2-5F23D6FD567F}" destId="{9E691C93-86D6-B74F-ADF8-0356F9793C46}" srcOrd="2" destOrd="0" presId="urn:microsoft.com/office/officeart/2005/8/layout/list1"/>
    <dgm:cxn modelId="{057F847D-4F56-004E-AA4D-36FB0BC9AE70}" type="presParOf" srcId="{DDF1C67D-88D5-354C-B4D2-5F23D6FD567F}" destId="{D019DE54-641A-C045-A5AF-FB99386C5FF1}" srcOrd="3" destOrd="0" presId="urn:microsoft.com/office/officeart/2005/8/layout/list1"/>
    <dgm:cxn modelId="{D5A4068E-0F88-5E4C-9FD9-0BF47859B905}" type="presParOf" srcId="{DDF1C67D-88D5-354C-B4D2-5F23D6FD567F}" destId="{07F607A9-050C-9A41-A0F2-5E4947FCC1A8}" srcOrd="4" destOrd="0" presId="urn:microsoft.com/office/officeart/2005/8/layout/list1"/>
    <dgm:cxn modelId="{EDC6C7A4-D3D2-E84F-ADE9-DB56BE78269A}" type="presParOf" srcId="{07F607A9-050C-9A41-A0F2-5E4947FCC1A8}" destId="{C35345AD-753B-E448-B0FC-F7D7A1E471A6}" srcOrd="0" destOrd="0" presId="urn:microsoft.com/office/officeart/2005/8/layout/list1"/>
    <dgm:cxn modelId="{D1129E6C-C4A1-F54A-87A4-8FBEAD01C973}" type="presParOf" srcId="{07F607A9-050C-9A41-A0F2-5E4947FCC1A8}" destId="{E9E51393-E501-8E4F-87C1-DFF326DAC602}" srcOrd="1" destOrd="0" presId="urn:microsoft.com/office/officeart/2005/8/layout/list1"/>
    <dgm:cxn modelId="{E6A1ECAA-D6D4-E548-9433-15A0677F68CC}" type="presParOf" srcId="{DDF1C67D-88D5-354C-B4D2-5F23D6FD567F}" destId="{323CDE6B-84CB-F24B-B582-33FF92F3B41F}" srcOrd="5" destOrd="0" presId="urn:microsoft.com/office/officeart/2005/8/layout/list1"/>
    <dgm:cxn modelId="{6E5B67DB-3050-0B42-8977-3F27D7E3F9E1}" type="presParOf" srcId="{DDF1C67D-88D5-354C-B4D2-5F23D6FD567F}" destId="{30691177-287B-9D41-B2C4-D87342452C4A}" srcOrd="6" destOrd="0" presId="urn:microsoft.com/office/officeart/2005/8/layout/list1"/>
    <dgm:cxn modelId="{E88488C2-C8A9-AB4F-A87B-67E53CE6ECF8}" type="presParOf" srcId="{DDF1C67D-88D5-354C-B4D2-5F23D6FD567F}" destId="{451300AC-1D07-C34B-BF2E-62B767B75AF4}" srcOrd="7" destOrd="0" presId="urn:microsoft.com/office/officeart/2005/8/layout/list1"/>
    <dgm:cxn modelId="{8D097FD2-6913-BF43-94FB-1A89CCFDDE43}" type="presParOf" srcId="{DDF1C67D-88D5-354C-B4D2-5F23D6FD567F}" destId="{BF323214-51C5-7844-9734-765E8D7BCE39}" srcOrd="8" destOrd="0" presId="urn:microsoft.com/office/officeart/2005/8/layout/list1"/>
    <dgm:cxn modelId="{88067011-194C-CF4B-B79F-2A93A2DAADEF}" type="presParOf" srcId="{BF323214-51C5-7844-9734-765E8D7BCE39}" destId="{C47751C2-1497-4F4B-9DA3-70B008E12805}" srcOrd="0" destOrd="0" presId="urn:microsoft.com/office/officeart/2005/8/layout/list1"/>
    <dgm:cxn modelId="{567D9361-6E86-F749-84B0-376723CAE538}" type="presParOf" srcId="{BF323214-51C5-7844-9734-765E8D7BCE39}" destId="{7AA0E0B6-B62D-A04A-94BB-C2CDC3A36637}" srcOrd="1" destOrd="0" presId="urn:microsoft.com/office/officeart/2005/8/layout/list1"/>
    <dgm:cxn modelId="{CA33CA4B-BDDA-E247-91AF-B4CAF664F8AA}" type="presParOf" srcId="{DDF1C67D-88D5-354C-B4D2-5F23D6FD567F}" destId="{F8449AB4-0ECB-C147-B3AE-487D9C53CD30}" srcOrd="9" destOrd="0" presId="urn:microsoft.com/office/officeart/2005/8/layout/list1"/>
    <dgm:cxn modelId="{8F84E9F3-7EC7-5743-B5B6-19C8C0043EE3}" type="presParOf" srcId="{DDF1C67D-88D5-354C-B4D2-5F23D6FD567F}" destId="{197F4BB2-759A-5747-8E80-55F294A3C74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6B2EE88-7B07-455C-A158-C932E4C134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8D2F2F-AE4B-48E2-B9D0-6529C6E71B48}">
      <dgm:prSet/>
      <dgm:spPr/>
      <dgm:t>
        <a:bodyPr/>
        <a:lstStyle/>
        <a:p>
          <a:r>
            <a:rPr lang="en-CA"/>
            <a:t>Any </a:t>
          </a:r>
          <a:r>
            <a:rPr lang="en-CA" b="1"/>
            <a:t>academic member of the faculty within UCalgary</a:t>
          </a:r>
          <a:r>
            <a:rPr lang="en-CA"/>
            <a:t> with relevant expertise:</a:t>
          </a:r>
          <a:endParaRPr lang="en-US"/>
        </a:p>
      </dgm:t>
    </dgm:pt>
    <dgm:pt modelId="{F4D6095D-56F0-4FA3-842A-1BC8F27018D4}" type="parTrans" cxnId="{828ACE9B-D58D-449A-BFB2-9617503A6D22}">
      <dgm:prSet/>
      <dgm:spPr/>
      <dgm:t>
        <a:bodyPr/>
        <a:lstStyle/>
        <a:p>
          <a:endParaRPr lang="en-US"/>
        </a:p>
      </dgm:t>
    </dgm:pt>
    <dgm:pt modelId="{E53C9380-9A14-42EE-833F-BF0D3EF93BEE}" type="sibTrans" cxnId="{828ACE9B-D58D-449A-BFB2-9617503A6D22}">
      <dgm:prSet/>
      <dgm:spPr/>
      <dgm:t>
        <a:bodyPr/>
        <a:lstStyle/>
        <a:p>
          <a:endParaRPr lang="en-US"/>
        </a:p>
      </dgm:t>
    </dgm:pt>
    <dgm:pt modelId="{AF8A31B4-CA39-4DE2-88EF-DFDB64E1D368}">
      <dgm:prSet/>
      <dgm:spPr/>
      <dgm:t>
        <a:bodyPr/>
        <a:lstStyle/>
        <a:p>
          <a:r>
            <a:rPr lang="en-CA" b="1"/>
            <a:t>Any assistant professor, associate professor, professor, lecturer, senior lecturer</a:t>
          </a:r>
          <a:r>
            <a:rPr lang="en-CA"/>
            <a:t> (or equivalent teaching‑stream role).</a:t>
          </a:r>
          <a:endParaRPr lang="en-US"/>
        </a:p>
      </dgm:t>
    </dgm:pt>
    <dgm:pt modelId="{9A7A7C8F-973F-4FE4-8D3C-E5D2E989FE22}" type="parTrans" cxnId="{66D7A846-8DB3-42DD-B71C-55D230BD6CF6}">
      <dgm:prSet/>
      <dgm:spPr/>
      <dgm:t>
        <a:bodyPr/>
        <a:lstStyle/>
        <a:p>
          <a:endParaRPr lang="en-US"/>
        </a:p>
      </dgm:t>
    </dgm:pt>
    <dgm:pt modelId="{9CC45803-0CFD-4BFB-ACC6-12214796F5CD}" type="sibTrans" cxnId="{66D7A846-8DB3-42DD-B71C-55D230BD6CF6}">
      <dgm:prSet/>
      <dgm:spPr/>
      <dgm:t>
        <a:bodyPr/>
        <a:lstStyle/>
        <a:p>
          <a:endParaRPr lang="en-US"/>
        </a:p>
      </dgm:t>
    </dgm:pt>
    <dgm:pt modelId="{AD7EDCDA-6125-40B3-8108-813606DCEC44}">
      <dgm:prSet/>
      <dgm:spPr/>
      <dgm:t>
        <a:bodyPr/>
        <a:lstStyle/>
        <a:p>
          <a:r>
            <a:rPr lang="en-CA"/>
            <a:t>The faculty member, a.k.a., academic, may </a:t>
          </a:r>
          <a:r>
            <a:rPr lang="en-CA" b="1"/>
            <a:t>designate a graduate student (PhD or Master’s)</a:t>
          </a:r>
          <a:r>
            <a:rPr lang="en-CA"/>
            <a:t> to act as the team’s advisor under their oversight.</a:t>
          </a:r>
          <a:endParaRPr lang="en-US"/>
        </a:p>
      </dgm:t>
    </dgm:pt>
    <dgm:pt modelId="{C1622EFB-C2BE-40A2-9838-7518CC2A7573}" type="parTrans" cxnId="{73823116-A4C7-4EF0-A031-95E436471133}">
      <dgm:prSet/>
      <dgm:spPr/>
      <dgm:t>
        <a:bodyPr/>
        <a:lstStyle/>
        <a:p>
          <a:endParaRPr lang="en-US"/>
        </a:p>
      </dgm:t>
    </dgm:pt>
    <dgm:pt modelId="{25358505-AEB5-4F2F-AA53-60CD7C631F6A}" type="sibTrans" cxnId="{73823116-A4C7-4EF0-A031-95E436471133}">
      <dgm:prSet/>
      <dgm:spPr/>
      <dgm:t>
        <a:bodyPr/>
        <a:lstStyle/>
        <a:p>
          <a:endParaRPr lang="en-US"/>
        </a:p>
      </dgm:t>
    </dgm:pt>
    <dgm:pt modelId="{D4AFB04D-A9FA-4F4B-AA37-0D8C431D96BF}">
      <dgm:prSet/>
      <dgm:spPr/>
      <dgm:t>
        <a:bodyPr/>
        <a:lstStyle/>
        <a:p>
          <a:r>
            <a:rPr lang="en-CA"/>
            <a:t>The advisor does not necessarily have to be from ESE. Expertise is what matters.</a:t>
          </a:r>
          <a:endParaRPr lang="en-US"/>
        </a:p>
      </dgm:t>
    </dgm:pt>
    <dgm:pt modelId="{D98C149D-48C3-4561-8259-8EE4DB7EC8EB}" type="parTrans" cxnId="{427193A7-1CA6-4F0F-A571-C5F01CCF1760}">
      <dgm:prSet/>
      <dgm:spPr/>
      <dgm:t>
        <a:bodyPr/>
        <a:lstStyle/>
        <a:p>
          <a:endParaRPr lang="en-US"/>
        </a:p>
      </dgm:t>
    </dgm:pt>
    <dgm:pt modelId="{B15D3DC5-4FD8-4021-8FCA-20616ABAF490}" type="sibTrans" cxnId="{427193A7-1CA6-4F0F-A571-C5F01CCF1760}">
      <dgm:prSet/>
      <dgm:spPr/>
      <dgm:t>
        <a:bodyPr/>
        <a:lstStyle/>
        <a:p>
          <a:endParaRPr lang="en-US"/>
        </a:p>
      </dgm:t>
    </dgm:pt>
    <dgm:pt modelId="{D141951F-6963-4110-ADBA-7DD94D3613BC}">
      <dgm:prSet/>
      <dgm:spPr/>
      <dgm:t>
        <a:bodyPr/>
        <a:lstStyle/>
        <a:p>
          <a:r>
            <a:rPr lang="en-CA"/>
            <a:t>Advisors may come from </a:t>
          </a:r>
          <a:r>
            <a:rPr lang="en-CA" b="1"/>
            <a:t>any relevant department across the University of Calgary</a:t>
          </a:r>
          <a:r>
            <a:rPr lang="en-CA"/>
            <a:t>, not only ESE.</a:t>
          </a:r>
          <a:endParaRPr lang="en-US"/>
        </a:p>
      </dgm:t>
    </dgm:pt>
    <dgm:pt modelId="{E5C9CB6E-58AF-4E21-95C7-261A259D83D3}" type="parTrans" cxnId="{95717294-680A-404D-92C0-ACF6AF443A0D}">
      <dgm:prSet/>
      <dgm:spPr/>
      <dgm:t>
        <a:bodyPr/>
        <a:lstStyle/>
        <a:p>
          <a:endParaRPr lang="en-US"/>
        </a:p>
      </dgm:t>
    </dgm:pt>
    <dgm:pt modelId="{1C8AC973-69D5-4BBB-9CE7-430E38D363C1}" type="sibTrans" cxnId="{95717294-680A-404D-92C0-ACF6AF443A0D}">
      <dgm:prSet/>
      <dgm:spPr/>
      <dgm:t>
        <a:bodyPr/>
        <a:lstStyle/>
        <a:p>
          <a:endParaRPr lang="en-US"/>
        </a:p>
      </dgm:t>
    </dgm:pt>
    <dgm:pt modelId="{51DC3497-547F-E343-BF19-722757B3708A}" type="pres">
      <dgm:prSet presAssocID="{86B2EE88-7B07-455C-A158-C932E4C13469}" presName="linear" presStyleCnt="0">
        <dgm:presLayoutVars>
          <dgm:animLvl val="lvl"/>
          <dgm:resizeHandles val="exact"/>
        </dgm:presLayoutVars>
      </dgm:prSet>
      <dgm:spPr/>
    </dgm:pt>
    <dgm:pt modelId="{1CAB482F-B222-9546-9749-1388ABE88ACC}" type="pres">
      <dgm:prSet presAssocID="{1A8D2F2F-AE4B-48E2-B9D0-6529C6E71B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C063B5-383F-6F42-AC3E-9281EFC86D93}" type="pres">
      <dgm:prSet presAssocID="{E53C9380-9A14-42EE-833F-BF0D3EF93BEE}" presName="spacer" presStyleCnt="0"/>
      <dgm:spPr/>
    </dgm:pt>
    <dgm:pt modelId="{8FA4BEBA-FD75-BE43-891A-105280DADAFB}" type="pres">
      <dgm:prSet presAssocID="{AF8A31B4-CA39-4DE2-88EF-DFDB64E1D3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41F671-0A53-7E41-93FF-51054ACACFC2}" type="pres">
      <dgm:prSet presAssocID="{AF8A31B4-CA39-4DE2-88EF-DFDB64E1D368}" presName="childText" presStyleLbl="revTx" presStyleIdx="0" presStyleCnt="2">
        <dgm:presLayoutVars>
          <dgm:bulletEnabled val="1"/>
        </dgm:presLayoutVars>
      </dgm:prSet>
      <dgm:spPr/>
    </dgm:pt>
    <dgm:pt modelId="{17C0AA0E-2713-5C48-9347-508D5B3B5AA7}" type="pres">
      <dgm:prSet presAssocID="{D4AFB04D-A9FA-4F4B-AA37-0D8C431D96B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517DE52-6ECB-6544-BA2B-3DFC239A8B18}" type="pres">
      <dgm:prSet presAssocID="{D4AFB04D-A9FA-4F4B-AA37-0D8C431D96B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3823116-A4C7-4EF0-A031-95E436471133}" srcId="{AF8A31B4-CA39-4DE2-88EF-DFDB64E1D368}" destId="{AD7EDCDA-6125-40B3-8108-813606DCEC44}" srcOrd="0" destOrd="0" parTransId="{C1622EFB-C2BE-40A2-9838-7518CC2A7573}" sibTransId="{25358505-AEB5-4F2F-AA53-60CD7C631F6A}"/>
    <dgm:cxn modelId="{66D7A846-8DB3-42DD-B71C-55D230BD6CF6}" srcId="{86B2EE88-7B07-455C-A158-C932E4C13469}" destId="{AF8A31B4-CA39-4DE2-88EF-DFDB64E1D368}" srcOrd="1" destOrd="0" parTransId="{9A7A7C8F-973F-4FE4-8D3C-E5D2E989FE22}" sibTransId="{9CC45803-0CFD-4BFB-ACC6-12214796F5CD}"/>
    <dgm:cxn modelId="{55A3007C-9D66-B34B-A546-E100B5AA25DA}" type="presOf" srcId="{D4AFB04D-A9FA-4F4B-AA37-0D8C431D96BF}" destId="{17C0AA0E-2713-5C48-9347-508D5B3B5AA7}" srcOrd="0" destOrd="0" presId="urn:microsoft.com/office/officeart/2005/8/layout/vList2"/>
    <dgm:cxn modelId="{053B9F92-8CE2-664F-8F2F-CE54942127AA}" type="presOf" srcId="{D141951F-6963-4110-ADBA-7DD94D3613BC}" destId="{7517DE52-6ECB-6544-BA2B-3DFC239A8B18}" srcOrd="0" destOrd="0" presId="urn:microsoft.com/office/officeart/2005/8/layout/vList2"/>
    <dgm:cxn modelId="{95717294-680A-404D-92C0-ACF6AF443A0D}" srcId="{D4AFB04D-A9FA-4F4B-AA37-0D8C431D96BF}" destId="{D141951F-6963-4110-ADBA-7DD94D3613BC}" srcOrd="0" destOrd="0" parTransId="{E5C9CB6E-58AF-4E21-95C7-261A259D83D3}" sibTransId="{1C8AC973-69D5-4BBB-9CE7-430E38D363C1}"/>
    <dgm:cxn modelId="{B9959F96-6667-E744-9DB9-FB92C83755C7}" type="presOf" srcId="{AD7EDCDA-6125-40B3-8108-813606DCEC44}" destId="{5D41F671-0A53-7E41-93FF-51054ACACFC2}" srcOrd="0" destOrd="0" presId="urn:microsoft.com/office/officeart/2005/8/layout/vList2"/>
    <dgm:cxn modelId="{828ACE9B-D58D-449A-BFB2-9617503A6D22}" srcId="{86B2EE88-7B07-455C-A158-C932E4C13469}" destId="{1A8D2F2F-AE4B-48E2-B9D0-6529C6E71B48}" srcOrd="0" destOrd="0" parTransId="{F4D6095D-56F0-4FA3-842A-1BC8F27018D4}" sibTransId="{E53C9380-9A14-42EE-833F-BF0D3EF93BEE}"/>
    <dgm:cxn modelId="{22A4F49C-4FB3-CD43-921C-6441BC59F10F}" type="presOf" srcId="{1A8D2F2F-AE4B-48E2-B9D0-6529C6E71B48}" destId="{1CAB482F-B222-9546-9749-1388ABE88ACC}" srcOrd="0" destOrd="0" presId="urn:microsoft.com/office/officeart/2005/8/layout/vList2"/>
    <dgm:cxn modelId="{427193A7-1CA6-4F0F-A571-C5F01CCF1760}" srcId="{86B2EE88-7B07-455C-A158-C932E4C13469}" destId="{D4AFB04D-A9FA-4F4B-AA37-0D8C431D96BF}" srcOrd="2" destOrd="0" parTransId="{D98C149D-48C3-4561-8259-8EE4DB7EC8EB}" sibTransId="{B15D3DC5-4FD8-4021-8FCA-20616ABAF490}"/>
    <dgm:cxn modelId="{9AB5EBAD-FF0E-894B-919B-44E2321F2660}" type="presOf" srcId="{86B2EE88-7B07-455C-A158-C932E4C13469}" destId="{51DC3497-547F-E343-BF19-722757B3708A}" srcOrd="0" destOrd="0" presId="urn:microsoft.com/office/officeart/2005/8/layout/vList2"/>
    <dgm:cxn modelId="{438C00C7-8F25-AD47-9270-42090B813D16}" type="presOf" srcId="{AF8A31B4-CA39-4DE2-88EF-DFDB64E1D368}" destId="{8FA4BEBA-FD75-BE43-891A-105280DADAFB}" srcOrd="0" destOrd="0" presId="urn:microsoft.com/office/officeart/2005/8/layout/vList2"/>
    <dgm:cxn modelId="{945D9319-9991-CD4F-9B70-2A081C6A34BE}" type="presParOf" srcId="{51DC3497-547F-E343-BF19-722757B3708A}" destId="{1CAB482F-B222-9546-9749-1388ABE88ACC}" srcOrd="0" destOrd="0" presId="urn:microsoft.com/office/officeart/2005/8/layout/vList2"/>
    <dgm:cxn modelId="{FD5B44BF-1116-2A42-BA16-43E436187840}" type="presParOf" srcId="{51DC3497-547F-E343-BF19-722757B3708A}" destId="{A3C063B5-383F-6F42-AC3E-9281EFC86D93}" srcOrd="1" destOrd="0" presId="urn:microsoft.com/office/officeart/2005/8/layout/vList2"/>
    <dgm:cxn modelId="{8A17EF6A-7F24-7E4D-B7E4-E492954792B8}" type="presParOf" srcId="{51DC3497-547F-E343-BF19-722757B3708A}" destId="{8FA4BEBA-FD75-BE43-891A-105280DADAFB}" srcOrd="2" destOrd="0" presId="urn:microsoft.com/office/officeart/2005/8/layout/vList2"/>
    <dgm:cxn modelId="{F5044734-3A08-524F-B388-86B23E2D94A1}" type="presParOf" srcId="{51DC3497-547F-E343-BF19-722757B3708A}" destId="{5D41F671-0A53-7E41-93FF-51054ACACFC2}" srcOrd="3" destOrd="0" presId="urn:microsoft.com/office/officeart/2005/8/layout/vList2"/>
    <dgm:cxn modelId="{5893B508-BC09-1847-8C0C-10BE08FEEE1C}" type="presParOf" srcId="{51DC3497-547F-E343-BF19-722757B3708A}" destId="{17C0AA0E-2713-5C48-9347-508D5B3B5AA7}" srcOrd="4" destOrd="0" presId="urn:microsoft.com/office/officeart/2005/8/layout/vList2"/>
    <dgm:cxn modelId="{FC069C95-A2A2-1D41-B5BB-57767F253204}" type="presParOf" srcId="{51DC3497-547F-E343-BF19-722757B3708A}" destId="{7517DE52-6ECB-6544-BA2B-3DFC239A8B1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012CF56-389C-49D0-B2E1-733D9FBBFC6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3EB298B-BEBB-4445-A566-08B61CF2FEC1}">
      <dgm:prSet/>
      <dgm:spPr/>
      <dgm:t>
        <a:bodyPr/>
        <a:lstStyle/>
        <a:p>
          <a:r>
            <a:rPr lang="en-CA"/>
            <a:t>Keep the advisor </a:t>
          </a:r>
          <a:r>
            <a:rPr lang="en-CA" b="1"/>
            <a:t>in the loop</a:t>
          </a:r>
          <a:r>
            <a:rPr lang="en-CA"/>
            <a:t>: </a:t>
          </a:r>
          <a:endParaRPr lang="en-US"/>
        </a:p>
      </dgm:t>
    </dgm:pt>
    <dgm:pt modelId="{28C51CDB-AA16-4169-A405-0A8DFD65859C}" type="parTrans" cxnId="{B8C4C6F2-FBDA-457E-BD8A-83C0F6DDAF6A}">
      <dgm:prSet/>
      <dgm:spPr/>
      <dgm:t>
        <a:bodyPr/>
        <a:lstStyle/>
        <a:p>
          <a:endParaRPr lang="en-US"/>
        </a:p>
      </dgm:t>
    </dgm:pt>
    <dgm:pt modelId="{002DFD5F-6764-4A12-A7DA-1FF583BBA926}" type="sibTrans" cxnId="{B8C4C6F2-FBDA-457E-BD8A-83C0F6DDAF6A}">
      <dgm:prSet/>
      <dgm:spPr/>
      <dgm:t>
        <a:bodyPr/>
        <a:lstStyle/>
        <a:p>
          <a:endParaRPr lang="en-US"/>
        </a:p>
      </dgm:t>
    </dgm:pt>
    <dgm:pt modelId="{7D965A6F-51D0-4457-B8A1-E7158E25D353}">
      <dgm:prSet/>
      <dgm:spPr/>
      <dgm:t>
        <a:bodyPr/>
        <a:lstStyle/>
        <a:p>
          <a:r>
            <a:rPr lang="en-CA"/>
            <a:t>share your reports, like the </a:t>
          </a:r>
          <a:r>
            <a:rPr lang="en-CA" b="1"/>
            <a:t>design roadmap</a:t>
          </a:r>
          <a:r>
            <a:rPr lang="en-CA"/>
            <a:t>, </a:t>
          </a:r>
          <a:endParaRPr lang="en-US"/>
        </a:p>
      </dgm:t>
    </dgm:pt>
    <dgm:pt modelId="{72A0F252-DA87-4823-808F-E7F6A2CFA2A6}" type="parTrans" cxnId="{E867389B-A1FA-47DA-9E83-B883E7CF4411}">
      <dgm:prSet/>
      <dgm:spPr/>
      <dgm:t>
        <a:bodyPr/>
        <a:lstStyle/>
        <a:p>
          <a:endParaRPr lang="en-US"/>
        </a:p>
      </dgm:t>
    </dgm:pt>
    <dgm:pt modelId="{D04E4EEC-F295-4604-9686-F59BAA842A20}" type="sibTrans" cxnId="{E867389B-A1FA-47DA-9E83-B883E7CF4411}">
      <dgm:prSet/>
      <dgm:spPr/>
      <dgm:t>
        <a:bodyPr/>
        <a:lstStyle/>
        <a:p>
          <a:endParaRPr lang="en-US"/>
        </a:p>
      </dgm:t>
    </dgm:pt>
    <dgm:pt modelId="{2D4FC983-EC06-4A2C-8142-6509FBB64549}">
      <dgm:prSet/>
      <dgm:spPr/>
      <dgm:t>
        <a:bodyPr/>
        <a:lstStyle/>
        <a:p>
          <a:r>
            <a:rPr lang="en-CA"/>
            <a:t>major decisions, and updates.</a:t>
          </a:r>
          <a:endParaRPr lang="en-US"/>
        </a:p>
      </dgm:t>
    </dgm:pt>
    <dgm:pt modelId="{4BF2B823-B929-420C-B406-7FE35A2554A6}" type="parTrans" cxnId="{C2CB7E57-9556-4AF3-A5F3-C85262BB8041}">
      <dgm:prSet/>
      <dgm:spPr/>
      <dgm:t>
        <a:bodyPr/>
        <a:lstStyle/>
        <a:p>
          <a:endParaRPr lang="en-US"/>
        </a:p>
      </dgm:t>
    </dgm:pt>
    <dgm:pt modelId="{F600A416-E59E-423A-A796-00C13EC722BB}" type="sibTrans" cxnId="{C2CB7E57-9556-4AF3-A5F3-C85262BB8041}">
      <dgm:prSet/>
      <dgm:spPr/>
      <dgm:t>
        <a:bodyPr/>
        <a:lstStyle/>
        <a:p>
          <a:endParaRPr lang="en-US"/>
        </a:p>
      </dgm:t>
    </dgm:pt>
    <dgm:pt modelId="{8A17749E-5814-4F38-9087-952E488BBCC8}">
      <dgm:prSet/>
      <dgm:spPr/>
      <dgm:t>
        <a:bodyPr/>
        <a:lstStyle/>
        <a:p>
          <a:r>
            <a:rPr lang="en-CA"/>
            <a:t>Consult them when making </a:t>
          </a:r>
          <a:r>
            <a:rPr lang="en-CA" b="1"/>
            <a:t>important design choices</a:t>
          </a:r>
          <a:endParaRPr lang="en-US"/>
        </a:p>
      </dgm:t>
    </dgm:pt>
    <dgm:pt modelId="{CB28041B-0EA1-4688-9842-01B81332884D}" type="parTrans" cxnId="{355710D7-A53A-41F1-B61A-71766AE9CCDF}">
      <dgm:prSet/>
      <dgm:spPr/>
      <dgm:t>
        <a:bodyPr/>
        <a:lstStyle/>
        <a:p>
          <a:endParaRPr lang="en-US"/>
        </a:p>
      </dgm:t>
    </dgm:pt>
    <dgm:pt modelId="{7CCBC429-5B9F-49DD-B03E-5207C463B0EA}" type="sibTrans" cxnId="{355710D7-A53A-41F1-B61A-71766AE9CCDF}">
      <dgm:prSet/>
      <dgm:spPr/>
      <dgm:t>
        <a:bodyPr/>
        <a:lstStyle/>
        <a:p>
          <a:endParaRPr lang="en-US"/>
        </a:p>
      </dgm:t>
    </dgm:pt>
    <dgm:pt modelId="{BCF8A769-EFA0-4377-AD68-3625AD7BB500}">
      <dgm:prSet/>
      <dgm:spPr/>
      <dgm:t>
        <a:bodyPr/>
        <a:lstStyle/>
        <a:p>
          <a:r>
            <a:rPr lang="en-CA"/>
            <a:t>ensure they </a:t>
          </a:r>
          <a:r>
            <a:rPr lang="en-CA" b="1"/>
            <a:t>agree with the approach</a:t>
          </a:r>
          <a:r>
            <a:rPr lang="en-CA"/>
            <a:t>.</a:t>
          </a:r>
          <a:endParaRPr lang="en-US"/>
        </a:p>
      </dgm:t>
    </dgm:pt>
    <dgm:pt modelId="{6D5F9143-AD68-4029-A732-7CDABE565C2B}" type="parTrans" cxnId="{C10E6CBE-4EB1-4B82-B094-6E3A52FEDC2B}">
      <dgm:prSet/>
      <dgm:spPr/>
      <dgm:t>
        <a:bodyPr/>
        <a:lstStyle/>
        <a:p>
          <a:endParaRPr lang="en-US"/>
        </a:p>
      </dgm:t>
    </dgm:pt>
    <dgm:pt modelId="{B9048B36-7EEB-46EF-87CA-D795F372C74F}" type="sibTrans" cxnId="{C10E6CBE-4EB1-4B82-B094-6E3A52FEDC2B}">
      <dgm:prSet/>
      <dgm:spPr/>
      <dgm:t>
        <a:bodyPr/>
        <a:lstStyle/>
        <a:p>
          <a:endParaRPr lang="en-US"/>
        </a:p>
      </dgm:t>
    </dgm:pt>
    <dgm:pt modelId="{6C5D58CA-5CFE-4D7D-B972-C26966740B6F}">
      <dgm:prSet/>
      <dgm:spPr/>
      <dgm:t>
        <a:bodyPr/>
        <a:lstStyle/>
        <a:p>
          <a:r>
            <a:rPr lang="en-CA"/>
            <a:t>You may engage </a:t>
          </a:r>
          <a:r>
            <a:rPr lang="en-CA" b="1"/>
            <a:t>additional advisors</a:t>
          </a:r>
          <a:r>
            <a:rPr lang="en-CA"/>
            <a:t> (faculty or grad students) formally or informally if helpful. </a:t>
          </a:r>
          <a:endParaRPr lang="en-US"/>
        </a:p>
      </dgm:t>
    </dgm:pt>
    <dgm:pt modelId="{EF829B0A-C780-4D6B-AC85-AA15C0DFE8E5}" type="parTrans" cxnId="{3AC7277E-8346-48C6-BB9B-4A9985137F71}">
      <dgm:prSet/>
      <dgm:spPr/>
      <dgm:t>
        <a:bodyPr/>
        <a:lstStyle/>
        <a:p>
          <a:endParaRPr lang="en-US"/>
        </a:p>
      </dgm:t>
    </dgm:pt>
    <dgm:pt modelId="{E8D2069F-9AC3-4A96-A7B5-95B655AA9EC9}" type="sibTrans" cxnId="{3AC7277E-8346-48C6-BB9B-4A9985137F71}">
      <dgm:prSet/>
      <dgm:spPr/>
      <dgm:t>
        <a:bodyPr/>
        <a:lstStyle/>
        <a:p>
          <a:endParaRPr lang="en-US"/>
        </a:p>
      </dgm:t>
    </dgm:pt>
    <dgm:pt modelId="{D9465234-8363-1A4C-80BD-E00A9F5266FA}" type="pres">
      <dgm:prSet presAssocID="{D012CF56-389C-49D0-B2E1-733D9FBBFC65}" presName="linear" presStyleCnt="0">
        <dgm:presLayoutVars>
          <dgm:animLvl val="lvl"/>
          <dgm:resizeHandles val="exact"/>
        </dgm:presLayoutVars>
      </dgm:prSet>
      <dgm:spPr/>
    </dgm:pt>
    <dgm:pt modelId="{B5B824BC-FBF8-3E49-82C5-2C3C71534951}" type="pres">
      <dgm:prSet presAssocID="{A3EB298B-BEBB-4445-A566-08B61CF2FEC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BCB9DE-6907-B547-ADB3-F1DBA32256BE}" type="pres">
      <dgm:prSet presAssocID="{A3EB298B-BEBB-4445-A566-08B61CF2FEC1}" presName="childText" presStyleLbl="revTx" presStyleIdx="0" presStyleCnt="2">
        <dgm:presLayoutVars>
          <dgm:bulletEnabled val="1"/>
        </dgm:presLayoutVars>
      </dgm:prSet>
      <dgm:spPr/>
    </dgm:pt>
    <dgm:pt modelId="{9FAEE007-913D-5F44-B924-AF7A13B6A478}" type="pres">
      <dgm:prSet presAssocID="{8A17749E-5814-4F38-9087-952E488BBC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D6A9802-B642-2F42-BA0C-F27493D703E0}" type="pres">
      <dgm:prSet presAssocID="{8A17749E-5814-4F38-9087-952E488BBCC8}" presName="childText" presStyleLbl="revTx" presStyleIdx="1" presStyleCnt="2">
        <dgm:presLayoutVars>
          <dgm:bulletEnabled val="1"/>
        </dgm:presLayoutVars>
      </dgm:prSet>
      <dgm:spPr/>
    </dgm:pt>
    <dgm:pt modelId="{BE91470D-0893-DA45-8DE3-96FCD5F160CF}" type="pres">
      <dgm:prSet presAssocID="{6C5D58CA-5CFE-4D7D-B972-C26966740B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4437006-4FE5-484E-A632-343A70CFB325}" type="presOf" srcId="{D012CF56-389C-49D0-B2E1-733D9FBBFC65}" destId="{D9465234-8363-1A4C-80BD-E00A9F5266FA}" srcOrd="0" destOrd="0" presId="urn:microsoft.com/office/officeart/2005/8/layout/vList2"/>
    <dgm:cxn modelId="{5BFB0116-FAFD-984C-B789-58DDA79DFC76}" type="presOf" srcId="{BCF8A769-EFA0-4377-AD68-3625AD7BB500}" destId="{0D6A9802-B642-2F42-BA0C-F27493D703E0}" srcOrd="0" destOrd="0" presId="urn:microsoft.com/office/officeart/2005/8/layout/vList2"/>
    <dgm:cxn modelId="{6571674A-15CA-964F-8712-E229F2B3E509}" type="presOf" srcId="{2D4FC983-EC06-4A2C-8142-6509FBB64549}" destId="{E4BCB9DE-6907-B547-ADB3-F1DBA32256BE}" srcOrd="0" destOrd="1" presId="urn:microsoft.com/office/officeart/2005/8/layout/vList2"/>
    <dgm:cxn modelId="{C2CB7E57-9556-4AF3-A5F3-C85262BB8041}" srcId="{A3EB298B-BEBB-4445-A566-08B61CF2FEC1}" destId="{2D4FC983-EC06-4A2C-8142-6509FBB64549}" srcOrd="1" destOrd="0" parTransId="{4BF2B823-B929-420C-B406-7FE35A2554A6}" sibTransId="{F600A416-E59E-423A-A796-00C13EC722BB}"/>
    <dgm:cxn modelId="{3AC7277E-8346-48C6-BB9B-4A9985137F71}" srcId="{D012CF56-389C-49D0-B2E1-733D9FBBFC65}" destId="{6C5D58CA-5CFE-4D7D-B972-C26966740B6F}" srcOrd="2" destOrd="0" parTransId="{EF829B0A-C780-4D6B-AC85-AA15C0DFE8E5}" sibTransId="{E8D2069F-9AC3-4A96-A7B5-95B655AA9EC9}"/>
    <dgm:cxn modelId="{5E3D1D96-9EF6-9340-A967-6D0C8DC50AC0}" type="presOf" srcId="{6C5D58CA-5CFE-4D7D-B972-C26966740B6F}" destId="{BE91470D-0893-DA45-8DE3-96FCD5F160CF}" srcOrd="0" destOrd="0" presId="urn:microsoft.com/office/officeart/2005/8/layout/vList2"/>
    <dgm:cxn modelId="{E867389B-A1FA-47DA-9E83-B883E7CF4411}" srcId="{A3EB298B-BEBB-4445-A566-08B61CF2FEC1}" destId="{7D965A6F-51D0-4457-B8A1-E7158E25D353}" srcOrd="0" destOrd="0" parTransId="{72A0F252-DA87-4823-808F-E7F6A2CFA2A6}" sibTransId="{D04E4EEC-F295-4604-9686-F59BAA842A20}"/>
    <dgm:cxn modelId="{71DF75A1-82BF-9941-810E-C41F4CFFAD13}" type="presOf" srcId="{8A17749E-5814-4F38-9087-952E488BBCC8}" destId="{9FAEE007-913D-5F44-B924-AF7A13B6A478}" srcOrd="0" destOrd="0" presId="urn:microsoft.com/office/officeart/2005/8/layout/vList2"/>
    <dgm:cxn modelId="{8B8FEFA4-2DBB-A049-BFC5-5C4EEBD3CA30}" type="presOf" srcId="{A3EB298B-BEBB-4445-A566-08B61CF2FEC1}" destId="{B5B824BC-FBF8-3E49-82C5-2C3C71534951}" srcOrd="0" destOrd="0" presId="urn:microsoft.com/office/officeart/2005/8/layout/vList2"/>
    <dgm:cxn modelId="{C10E6CBE-4EB1-4B82-B094-6E3A52FEDC2B}" srcId="{8A17749E-5814-4F38-9087-952E488BBCC8}" destId="{BCF8A769-EFA0-4377-AD68-3625AD7BB500}" srcOrd="0" destOrd="0" parTransId="{6D5F9143-AD68-4029-A732-7CDABE565C2B}" sibTransId="{B9048B36-7EEB-46EF-87CA-D795F372C74F}"/>
    <dgm:cxn modelId="{355710D7-A53A-41F1-B61A-71766AE9CCDF}" srcId="{D012CF56-389C-49D0-B2E1-733D9FBBFC65}" destId="{8A17749E-5814-4F38-9087-952E488BBCC8}" srcOrd="1" destOrd="0" parTransId="{CB28041B-0EA1-4688-9842-01B81332884D}" sibTransId="{7CCBC429-5B9F-49DD-B03E-5207C463B0EA}"/>
    <dgm:cxn modelId="{B8C4C6F2-FBDA-457E-BD8A-83C0F6DDAF6A}" srcId="{D012CF56-389C-49D0-B2E1-733D9FBBFC65}" destId="{A3EB298B-BEBB-4445-A566-08B61CF2FEC1}" srcOrd="0" destOrd="0" parTransId="{28C51CDB-AA16-4169-A405-0A8DFD65859C}" sibTransId="{002DFD5F-6764-4A12-A7DA-1FF583BBA926}"/>
    <dgm:cxn modelId="{DC5211FF-49E3-E540-B836-8352AB24C1E8}" type="presOf" srcId="{7D965A6F-51D0-4457-B8A1-E7158E25D353}" destId="{E4BCB9DE-6907-B547-ADB3-F1DBA32256BE}" srcOrd="0" destOrd="0" presId="urn:microsoft.com/office/officeart/2005/8/layout/vList2"/>
    <dgm:cxn modelId="{0D3675E8-B6D9-824E-BFEF-D9876A449CBE}" type="presParOf" srcId="{D9465234-8363-1A4C-80BD-E00A9F5266FA}" destId="{B5B824BC-FBF8-3E49-82C5-2C3C71534951}" srcOrd="0" destOrd="0" presId="urn:microsoft.com/office/officeart/2005/8/layout/vList2"/>
    <dgm:cxn modelId="{D0BC7FF5-0EC3-E942-8D72-5E90F4204E9B}" type="presParOf" srcId="{D9465234-8363-1A4C-80BD-E00A9F5266FA}" destId="{E4BCB9DE-6907-B547-ADB3-F1DBA32256BE}" srcOrd="1" destOrd="0" presId="urn:microsoft.com/office/officeart/2005/8/layout/vList2"/>
    <dgm:cxn modelId="{B99AEE0B-5CB2-9849-8EFE-A061EFA47B66}" type="presParOf" srcId="{D9465234-8363-1A4C-80BD-E00A9F5266FA}" destId="{9FAEE007-913D-5F44-B924-AF7A13B6A478}" srcOrd="2" destOrd="0" presId="urn:microsoft.com/office/officeart/2005/8/layout/vList2"/>
    <dgm:cxn modelId="{8D849111-FBEE-7548-8153-4A32F17036F5}" type="presParOf" srcId="{D9465234-8363-1A4C-80BD-E00A9F5266FA}" destId="{0D6A9802-B642-2F42-BA0C-F27493D703E0}" srcOrd="3" destOrd="0" presId="urn:microsoft.com/office/officeart/2005/8/layout/vList2"/>
    <dgm:cxn modelId="{C8840A05-C676-D54A-AA04-10754547C36E}" type="presParOf" srcId="{D9465234-8363-1A4C-80BD-E00A9F5266FA}" destId="{BE91470D-0893-DA45-8DE3-96FCD5F160C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5ED5594-5B39-4C49-97CE-2E6A27CAA5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F62371C-1AF3-487F-8CB0-9EACB723B53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Internal Team Contract</a:t>
          </a:r>
          <a:endParaRPr lang="en-US"/>
        </a:p>
      </dgm:t>
    </dgm:pt>
    <dgm:pt modelId="{97B9F4D6-891A-4144-A325-5284C1BF4084}" type="parTrans" cxnId="{61FCDE82-F699-4B3D-8585-1AEB43826CE1}">
      <dgm:prSet/>
      <dgm:spPr/>
      <dgm:t>
        <a:bodyPr/>
        <a:lstStyle/>
        <a:p>
          <a:endParaRPr lang="en-US"/>
        </a:p>
      </dgm:t>
    </dgm:pt>
    <dgm:pt modelId="{C7BA5FB0-9C46-49E1-B25C-7468D2042B41}" type="sibTrans" cxnId="{61FCDE82-F699-4B3D-8585-1AEB43826CE1}">
      <dgm:prSet/>
      <dgm:spPr/>
      <dgm:t>
        <a:bodyPr/>
        <a:lstStyle/>
        <a:p>
          <a:endParaRPr lang="en-US"/>
        </a:p>
      </dgm:t>
    </dgm:pt>
    <dgm:pt modelId="{814484D5-AEE7-4140-A0D4-B3FA7779117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Use the provided template and customize it to reflect how your team will work (expectations, roles, consequences for not meeting expectations).</a:t>
          </a:r>
          <a:endParaRPr lang="en-US"/>
        </a:p>
      </dgm:t>
    </dgm:pt>
    <dgm:pt modelId="{AC127492-C023-43F4-B5AD-501931AC66A7}" type="parTrans" cxnId="{24DEA8A6-130A-433C-AF1D-32DDC8533F3C}">
      <dgm:prSet/>
      <dgm:spPr/>
      <dgm:t>
        <a:bodyPr/>
        <a:lstStyle/>
        <a:p>
          <a:endParaRPr lang="en-US"/>
        </a:p>
      </dgm:t>
    </dgm:pt>
    <dgm:pt modelId="{CCDD313A-E75C-4371-90E3-5B6C3074CF32}" type="sibTrans" cxnId="{24DEA8A6-130A-433C-AF1D-32DDC8533F3C}">
      <dgm:prSet/>
      <dgm:spPr/>
      <dgm:t>
        <a:bodyPr/>
        <a:lstStyle/>
        <a:p>
          <a:endParaRPr lang="en-US"/>
        </a:p>
      </dgm:t>
    </dgm:pt>
    <dgm:pt modelId="{A4A7DF8B-611E-41AB-9A64-EA054EB9528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Ensure every member signs and the contract matches the time‑on‑task expectation (~10 hours/week per student).</a:t>
          </a:r>
          <a:endParaRPr lang="en-US"/>
        </a:p>
      </dgm:t>
    </dgm:pt>
    <dgm:pt modelId="{7AFB8732-5F75-4015-8FB1-376829FBD41C}" type="parTrans" cxnId="{8739931A-3D20-49EF-B72F-F201293B4E46}">
      <dgm:prSet/>
      <dgm:spPr/>
      <dgm:t>
        <a:bodyPr/>
        <a:lstStyle/>
        <a:p>
          <a:endParaRPr lang="en-US"/>
        </a:p>
      </dgm:t>
    </dgm:pt>
    <dgm:pt modelId="{14B253D1-5107-4497-93C1-D2A78D93989A}" type="sibTrans" cxnId="{8739931A-3D20-49EF-B72F-F201293B4E46}">
      <dgm:prSet/>
      <dgm:spPr/>
      <dgm:t>
        <a:bodyPr/>
        <a:lstStyle/>
        <a:p>
          <a:endParaRPr lang="en-US"/>
        </a:p>
      </dgm:t>
    </dgm:pt>
    <dgm:pt modelId="{F55F46C2-D44C-4C64-9CE6-583D25BB465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Sponsor-Team Contract</a:t>
          </a:r>
          <a:endParaRPr lang="en-US"/>
        </a:p>
      </dgm:t>
    </dgm:pt>
    <dgm:pt modelId="{2C43C3A3-EBE9-4B29-97C3-41EA2C084B79}" type="parTrans" cxnId="{377A82FE-BF2D-4053-BB64-DD5D9262C237}">
      <dgm:prSet/>
      <dgm:spPr/>
      <dgm:t>
        <a:bodyPr/>
        <a:lstStyle/>
        <a:p>
          <a:endParaRPr lang="en-US"/>
        </a:p>
      </dgm:t>
    </dgm:pt>
    <dgm:pt modelId="{F3B2EFDA-5D40-402A-B255-9F9D89C1B00A}" type="sibTrans" cxnId="{377A82FE-BF2D-4053-BB64-DD5D9262C237}">
      <dgm:prSet/>
      <dgm:spPr/>
      <dgm:t>
        <a:bodyPr/>
        <a:lstStyle/>
        <a:p>
          <a:endParaRPr lang="en-US"/>
        </a:p>
      </dgm:t>
    </dgm:pt>
    <dgm:pt modelId="{E06D6183-2AE7-4E39-8AC0-90BE034A85D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Use the provided template and complete it and submit by the Team Contracts deadline.</a:t>
          </a:r>
          <a:endParaRPr lang="en-US"/>
        </a:p>
      </dgm:t>
    </dgm:pt>
    <dgm:pt modelId="{F13D1964-52CC-468B-8F7F-27DAEB050B35}" type="parTrans" cxnId="{9370C797-D2D6-44C2-AE25-D936E9D115D9}">
      <dgm:prSet/>
      <dgm:spPr/>
      <dgm:t>
        <a:bodyPr/>
        <a:lstStyle/>
        <a:p>
          <a:endParaRPr lang="en-US"/>
        </a:p>
      </dgm:t>
    </dgm:pt>
    <dgm:pt modelId="{8527331D-AD69-4B0F-9A79-26B67104D8EE}" type="sibTrans" cxnId="{9370C797-D2D6-44C2-AE25-D936E9D115D9}">
      <dgm:prSet/>
      <dgm:spPr/>
      <dgm:t>
        <a:bodyPr/>
        <a:lstStyle/>
        <a:p>
          <a:endParaRPr lang="en-US"/>
        </a:p>
      </dgm:t>
    </dgm:pt>
    <dgm:pt modelId="{7F044983-9174-4EF4-A1AD-B218FA168006}" type="pres">
      <dgm:prSet presAssocID="{85ED5594-5B39-4C49-97CE-2E6A27CAA57B}" presName="root" presStyleCnt="0">
        <dgm:presLayoutVars>
          <dgm:dir/>
          <dgm:resizeHandles val="exact"/>
        </dgm:presLayoutVars>
      </dgm:prSet>
      <dgm:spPr/>
    </dgm:pt>
    <dgm:pt modelId="{82EA2919-20EF-47EF-B9B9-C17DA5AEDEFA}" type="pres">
      <dgm:prSet presAssocID="{1F62371C-1AF3-487F-8CB0-9EACB723B536}" presName="compNode" presStyleCnt="0"/>
      <dgm:spPr/>
    </dgm:pt>
    <dgm:pt modelId="{FB34CE96-184C-4599-9886-011BFC073130}" type="pres">
      <dgm:prSet presAssocID="{1F62371C-1AF3-487F-8CB0-9EACB723B536}" presName="bgRect" presStyleLbl="bgShp" presStyleIdx="0" presStyleCnt="2"/>
      <dgm:spPr/>
    </dgm:pt>
    <dgm:pt modelId="{F82E7AA5-34FD-447D-B5AC-9580FD282819}" type="pres">
      <dgm:prSet presAssocID="{1F62371C-1AF3-487F-8CB0-9EACB723B53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8F08CBA-3A5C-46EA-A0D5-AA433EE88363}" type="pres">
      <dgm:prSet presAssocID="{1F62371C-1AF3-487F-8CB0-9EACB723B536}" presName="spaceRect" presStyleCnt="0"/>
      <dgm:spPr/>
    </dgm:pt>
    <dgm:pt modelId="{7643936B-071C-4821-BE31-10A7AE10D06D}" type="pres">
      <dgm:prSet presAssocID="{1F62371C-1AF3-487F-8CB0-9EACB723B536}" presName="parTx" presStyleLbl="revTx" presStyleIdx="0" presStyleCnt="4">
        <dgm:presLayoutVars>
          <dgm:chMax val="0"/>
          <dgm:chPref val="0"/>
        </dgm:presLayoutVars>
      </dgm:prSet>
      <dgm:spPr/>
    </dgm:pt>
    <dgm:pt modelId="{D25FAAD8-F852-4301-B7CF-00C91A83BCF8}" type="pres">
      <dgm:prSet presAssocID="{1F62371C-1AF3-487F-8CB0-9EACB723B536}" presName="desTx" presStyleLbl="revTx" presStyleIdx="1" presStyleCnt="4">
        <dgm:presLayoutVars/>
      </dgm:prSet>
      <dgm:spPr/>
    </dgm:pt>
    <dgm:pt modelId="{9AEDFDAE-FF11-47C2-B4C0-626830F5A47E}" type="pres">
      <dgm:prSet presAssocID="{C7BA5FB0-9C46-49E1-B25C-7468D2042B41}" presName="sibTrans" presStyleCnt="0"/>
      <dgm:spPr/>
    </dgm:pt>
    <dgm:pt modelId="{B1109A01-9C76-418E-AA70-D579BDB85336}" type="pres">
      <dgm:prSet presAssocID="{F55F46C2-D44C-4C64-9CE6-583D25BB4659}" presName="compNode" presStyleCnt="0"/>
      <dgm:spPr/>
    </dgm:pt>
    <dgm:pt modelId="{B88DEDAC-C086-4804-9DB6-41DCE53BC4B6}" type="pres">
      <dgm:prSet presAssocID="{F55F46C2-D44C-4C64-9CE6-583D25BB4659}" presName="bgRect" presStyleLbl="bgShp" presStyleIdx="1" presStyleCnt="2"/>
      <dgm:spPr/>
    </dgm:pt>
    <dgm:pt modelId="{7D99FA9F-72F5-44E7-B086-20CC92215A7E}" type="pres">
      <dgm:prSet presAssocID="{F55F46C2-D44C-4C64-9CE6-583D25BB465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7E533910-2D64-4B5A-8281-BC7CAD0F4801}" type="pres">
      <dgm:prSet presAssocID="{F55F46C2-D44C-4C64-9CE6-583D25BB4659}" presName="spaceRect" presStyleCnt="0"/>
      <dgm:spPr/>
    </dgm:pt>
    <dgm:pt modelId="{5055E1EB-CD03-497A-9B18-57BF0ADAF79D}" type="pres">
      <dgm:prSet presAssocID="{F55F46C2-D44C-4C64-9CE6-583D25BB4659}" presName="parTx" presStyleLbl="revTx" presStyleIdx="2" presStyleCnt="4">
        <dgm:presLayoutVars>
          <dgm:chMax val="0"/>
          <dgm:chPref val="0"/>
        </dgm:presLayoutVars>
      </dgm:prSet>
      <dgm:spPr/>
    </dgm:pt>
    <dgm:pt modelId="{00A62B16-74D8-40D3-98C4-62D6420DC4D4}" type="pres">
      <dgm:prSet presAssocID="{F55F46C2-D44C-4C64-9CE6-583D25BB4659}" presName="desTx" presStyleLbl="revTx" presStyleIdx="3" presStyleCnt="4">
        <dgm:presLayoutVars/>
      </dgm:prSet>
      <dgm:spPr/>
    </dgm:pt>
  </dgm:ptLst>
  <dgm:cxnLst>
    <dgm:cxn modelId="{8739931A-3D20-49EF-B72F-F201293B4E46}" srcId="{1F62371C-1AF3-487F-8CB0-9EACB723B536}" destId="{A4A7DF8B-611E-41AB-9A64-EA054EB95282}" srcOrd="1" destOrd="0" parTransId="{7AFB8732-5F75-4015-8FB1-376829FBD41C}" sibTransId="{14B253D1-5107-4497-93C1-D2A78D93989A}"/>
    <dgm:cxn modelId="{3C254F42-4041-4C32-9CD3-8909882D019D}" type="presOf" srcId="{1F62371C-1AF3-487F-8CB0-9EACB723B536}" destId="{7643936B-071C-4821-BE31-10A7AE10D06D}" srcOrd="0" destOrd="0" presId="urn:microsoft.com/office/officeart/2018/2/layout/IconVerticalSolidList"/>
    <dgm:cxn modelId="{61FCDE82-F699-4B3D-8585-1AEB43826CE1}" srcId="{85ED5594-5B39-4C49-97CE-2E6A27CAA57B}" destId="{1F62371C-1AF3-487F-8CB0-9EACB723B536}" srcOrd="0" destOrd="0" parTransId="{97B9F4D6-891A-4144-A325-5284C1BF4084}" sibTransId="{C7BA5FB0-9C46-49E1-B25C-7468D2042B41}"/>
    <dgm:cxn modelId="{7411F493-B040-4999-8AE1-F2C34625CAFE}" type="presOf" srcId="{814484D5-AEE7-4140-A0D4-B3FA77791177}" destId="{D25FAAD8-F852-4301-B7CF-00C91A83BCF8}" srcOrd="0" destOrd="0" presId="urn:microsoft.com/office/officeart/2018/2/layout/IconVerticalSolidList"/>
    <dgm:cxn modelId="{9370C797-D2D6-44C2-AE25-D936E9D115D9}" srcId="{F55F46C2-D44C-4C64-9CE6-583D25BB4659}" destId="{E06D6183-2AE7-4E39-8AC0-90BE034A85D3}" srcOrd="0" destOrd="0" parTransId="{F13D1964-52CC-468B-8F7F-27DAEB050B35}" sibTransId="{8527331D-AD69-4B0F-9A79-26B67104D8EE}"/>
    <dgm:cxn modelId="{96CE699B-B4DB-45C8-BC84-836543DC219F}" type="presOf" srcId="{F55F46C2-D44C-4C64-9CE6-583D25BB4659}" destId="{5055E1EB-CD03-497A-9B18-57BF0ADAF79D}" srcOrd="0" destOrd="0" presId="urn:microsoft.com/office/officeart/2018/2/layout/IconVerticalSolidList"/>
    <dgm:cxn modelId="{942C3CA2-2297-4B04-8A5A-FD6233F13A19}" type="presOf" srcId="{85ED5594-5B39-4C49-97CE-2E6A27CAA57B}" destId="{7F044983-9174-4EF4-A1AD-B218FA168006}" srcOrd="0" destOrd="0" presId="urn:microsoft.com/office/officeart/2018/2/layout/IconVerticalSolidList"/>
    <dgm:cxn modelId="{24DEA8A6-130A-433C-AF1D-32DDC8533F3C}" srcId="{1F62371C-1AF3-487F-8CB0-9EACB723B536}" destId="{814484D5-AEE7-4140-A0D4-B3FA77791177}" srcOrd="0" destOrd="0" parTransId="{AC127492-C023-43F4-B5AD-501931AC66A7}" sibTransId="{CCDD313A-E75C-4371-90E3-5B6C3074CF32}"/>
    <dgm:cxn modelId="{79D1ADCA-9E4F-4EA2-9D51-5B7ED069B381}" type="presOf" srcId="{A4A7DF8B-611E-41AB-9A64-EA054EB95282}" destId="{D25FAAD8-F852-4301-B7CF-00C91A83BCF8}" srcOrd="0" destOrd="1" presId="urn:microsoft.com/office/officeart/2018/2/layout/IconVerticalSolidList"/>
    <dgm:cxn modelId="{77CCE9D9-CE76-48D8-995E-B4C08D82B479}" type="presOf" srcId="{E06D6183-2AE7-4E39-8AC0-90BE034A85D3}" destId="{00A62B16-74D8-40D3-98C4-62D6420DC4D4}" srcOrd="0" destOrd="0" presId="urn:microsoft.com/office/officeart/2018/2/layout/IconVerticalSolidList"/>
    <dgm:cxn modelId="{377A82FE-BF2D-4053-BB64-DD5D9262C237}" srcId="{85ED5594-5B39-4C49-97CE-2E6A27CAA57B}" destId="{F55F46C2-D44C-4C64-9CE6-583D25BB4659}" srcOrd="1" destOrd="0" parTransId="{2C43C3A3-EBE9-4B29-97C3-41EA2C084B79}" sibTransId="{F3B2EFDA-5D40-402A-B255-9F9D89C1B00A}"/>
    <dgm:cxn modelId="{4A618918-42E1-40DC-AE1D-B4345B9936B4}" type="presParOf" srcId="{7F044983-9174-4EF4-A1AD-B218FA168006}" destId="{82EA2919-20EF-47EF-B9B9-C17DA5AEDEFA}" srcOrd="0" destOrd="0" presId="urn:microsoft.com/office/officeart/2018/2/layout/IconVerticalSolidList"/>
    <dgm:cxn modelId="{918DBC85-2069-4E44-8F3A-3CC6AD81C422}" type="presParOf" srcId="{82EA2919-20EF-47EF-B9B9-C17DA5AEDEFA}" destId="{FB34CE96-184C-4599-9886-011BFC073130}" srcOrd="0" destOrd="0" presId="urn:microsoft.com/office/officeart/2018/2/layout/IconVerticalSolidList"/>
    <dgm:cxn modelId="{1C4CC484-CCEE-4377-9B00-09D2F171422C}" type="presParOf" srcId="{82EA2919-20EF-47EF-B9B9-C17DA5AEDEFA}" destId="{F82E7AA5-34FD-447D-B5AC-9580FD282819}" srcOrd="1" destOrd="0" presId="urn:microsoft.com/office/officeart/2018/2/layout/IconVerticalSolidList"/>
    <dgm:cxn modelId="{37F89881-D774-4B21-BB0C-D35158EA3F14}" type="presParOf" srcId="{82EA2919-20EF-47EF-B9B9-C17DA5AEDEFA}" destId="{18F08CBA-3A5C-46EA-A0D5-AA433EE88363}" srcOrd="2" destOrd="0" presId="urn:microsoft.com/office/officeart/2018/2/layout/IconVerticalSolidList"/>
    <dgm:cxn modelId="{BB138019-EE60-4470-BE24-D490F261C9F7}" type="presParOf" srcId="{82EA2919-20EF-47EF-B9B9-C17DA5AEDEFA}" destId="{7643936B-071C-4821-BE31-10A7AE10D06D}" srcOrd="3" destOrd="0" presId="urn:microsoft.com/office/officeart/2018/2/layout/IconVerticalSolidList"/>
    <dgm:cxn modelId="{C90AA4B4-AF73-47AD-97AF-5E05A6893A13}" type="presParOf" srcId="{82EA2919-20EF-47EF-B9B9-C17DA5AEDEFA}" destId="{D25FAAD8-F852-4301-B7CF-00C91A83BCF8}" srcOrd="4" destOrd="0" presId="urn:microsoft.com/office/officeart/2018/2/layout/IconVerticalSolidList"/>
    <dgm:cxn modelId="{53E568F9-F451-4FBC-BA18-DCF77E149B54}" type="presParOf" srcId="{7F044983-9174-4EF4-A1AD-B218FA168006}" destId="{9AEDFDAE-FF11-47C2-B4C0-626830F5A47E}" srcOrd="1" destOrd="0" presId="urn:microsoft.com/office/officeart/2018/2/layout/IconVerticalSolidList"/>
    <dgm:cxn modelId="{2B2EF2A9-83D7-47F6-9A14-AC66B75BB0B2}" type="presParOf" srcId="{7F044983-9174-4EF4-A1AD-B218FA168006}" destId="{B1109A01-9C76-418E-AA70-D579BDB85336}" srcOrd="2" destOrd="0" presId="urn:microsoft.com/office/officeart/2018/2/layout/IconVerticalSolidList"/>
    <dgm:cxn modelId="{64C595AB-934F-4FE6-9012-34CB1BADF969}" type="presParOf" srcId="{B1109A01-9C76-418E-AA70-D579BDB85336}" destId="{B88DEDAC-C086-4804-9DB6-41DCE53BC4B6}" srcOrd="0" destOrd="0" presId="urn:microsoft.com/office/officeart/2018/2/layout/IconVerticalSolidList"/>
    <dgm:cxn modelId="{7C97780E-5ABF-408B-9763-1F2BAA53BDC7}" type="presParOf" srcId="{B1109A01-9C76-418E-AA70-D579BDB85336}" destId="{7D99FA9F-72F5-44E7-B086-20CC92215A7E}" srcOrd="1" destOrd="0" presId="urn:microsoft.com/office/officeart/2018/2/layout/IconVerticalSolidList"/>
    <dgm:cxn modelId="{C761AA67-8479-453C-BDD8-CA40147742CB}" type="presParOf" srcId="{B1109A01-9C76-418E-AA70-D579BDB85336}" destId="{7E533910-2D64-4B5A-8281-BC7CAD0F4801}" srcOrd="2" destOrd="0" presId="urn:microsoft.com/office/officeart/2018/2/layout/IconVerticalSolidList"/>
    <dgm:cxn modelId="{B225EBCD-09DE-4DCD-A882-80DF90090ADE}" type="presParOf" srcId="{B1109A01-9C76-418E-AA70-D579BDB85336}" destId="{5055E1EB-CD03-497A-9B18-57BF0ADAF79D}" srcOrd="3" destOrd="0" presId="urn:microsoft.com/office/officeart/2018/2/layout/IconVerticalSolidList"/>
    <dgm:cxn modelId="{67B1CE0D-A7F6-406F-ADBB-420B4FF19F2D}" type="presParOf" srcId="{B1109A01-9C76-418E-AA70-D579BDB85336}" destId="{00A62B16-74D8-40D3-98C4-62D6420DC4D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B8AD0-8B15-4452-BD9E-8247061900F7}">
      <dsp:nvSpPr>
        <dsp:cNvPr id="0" name=""/>
        <dsp:cNvSpPr/>
      </dsp:nvSpPr>
      <dsp:spPr>
        <a:xfrm>
          <a:off x="0" y="598"/>
          <a:ext cx="4726201" cy="1399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02831-C171-4BEC-9319-8F8A094F92E0}">
      <dsp:nvSpPr>
        <dsp:cNvPr id="0" name=""/>
        <dsp:cNvSpPr/>
      </dsp:nvSpPr>
      <dsp:spPr>
        <a:xfrm>
          <a:off x="423310" y="315457"/>
          <a:ext cx="769656" cy="769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55EAF-EA29-4A1C-B10E-8D10F90E81E3}">
      <dsp:nvSpPr>
        <dsp:cNvPr id="0" name=""/>
        <dsp:cNvSpPr/>
      </dsp:nvSpPr>
      <dsp:spPr>
        <a:xfrm>
          <a:off x="1616277" y="598"/>
          <a:ext cx="2126790" cy="13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00" tIns="148100" rIns="148100" bIns="148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 industry sponsor? No ENEL!</a:t>
          </a:r>
        </a:p>
      </dsp:txBody>
      <dsp:txXfrm>
        <a:off x="1616277" y="598"/>
        <a:ext cx="2126790" cy="1399374"/>
      </dsp:txXfrm>
    </dsp:sp>
    <dsp:sp modelId="{0B6148AD-5405-40D6-BAFF-4287A1085A15}">
      <dsp:nvSpPr>
        <dsp:cNvPr id="0" name=""/>
        <dsp:cNvSpPr/>
      </dsp:nvSpPr>
      <dsp:spPr>
        <a:xfrm>
          <a:off x="3743068" y="598"/>
          <a:ext cx="983132" cy="13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00" tIns="148100" rIns="148100" bIns="1481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Research Labs at the University are allowed as a sponsor</a:t>
          </a:r>
        </a:p>
      </dsp:txBody>
      <dsp:txXfrm>
        <a:off x="3743068" y="598"/>
        <a:ext cx="983132" cy="1399374"/>
      </dsp:txXfrm>
    </dsp:sp>
    <dsp:sp modelId="{09DB7E40-4B31-41E6-82E9-3C5C9C15F5B8}">
      <dsp:nvSpPr>
        <dsp:cNvPr id="0" name=""/>
        <dsp:cNvSpPr/>
      </dsp:nvSpPr>
      <dsp:spPr>
        <a:xfrm>
          <a:off x="0" y="1749816"/>
          <a:ext cx="4726201" cy="1399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F7DF4-5D04-4386-9CB9-FCF7CCBED8DD}">
      <dsp:nvSpPr>
        <dsp:cNvPr id="0" name=""/>
        <dsp:cNvSpPr/>
      </dsp:nvSpPr>
      <dsp:spPr>
        <a:xfrm>
          <a:off x="423310" y="2064675"/>
          <a:ext cx="769656" cy="769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0862F-2F63-4C27-B539-DFABF02C9E5A}">
      <dsp:nvSpPr>
        <dsp:cNvPr id="0" name=""/>
        <dsp:cNvSpPr/>
      </dsp:nvSpPr>
      <dsp:spPr>
        <a:xfrm>
          <a:off x="1616277" y="1749816"/>
          <a:ext cx="3109923" cy="13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00" tIns="148100" rIns="148100" bIns="148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Your own idea: Go to ENGG 503/504</a:t>
          </a:r>
        </a:p>
      </dsp:txBody>
      <dsp:txXfrm>
        <a:off x="1616277" y="1749816"/>
        <a:ext cx="3109923" cy="1399374"/>
      </dsp:txXfrm>
    </dsp:sp>
    <dsp:sp modelId="{3F8CAF8F-04CE-40EF-91A5-23BD52099B78}">
      <dsp:nvSpPr>
        <dsp:cNvPr id="0" name=""/>
        <dsp:cNvSpPr/>
      </dsp:nvSpPr>
      <dsp:spPr>
        <a:xfrm>
          <a:off x="0" y="3499034"/>
          <a:ext cx="4726201" cy="1399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6BA26-C659-4999-8DAB-0C902A1D80C0}">
      <dsp:nvSpPr>
        <dsp:cNvPr id="0" name=""/>
        <dsp:cNvSpPr/>
      </dsp:nvSpPr>
      <dsp:spPr>
        <a:xfrm>
          <a:off x="423310" y="3813893"/>
          <a:ext cx="769656" cy="769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ED8E2-31B3-4101-9578-CCC45DD3660F}">
      <dsp:nvSpPr>
        <dsp:cNvPr id="0" name=""/>
        <dsp:cNvSpPr/>
      </dsp:nvSpPr>
      <dsp:spPr>
        <a:xfrm>
          <a:off x="1616277" y="3499034"/>
          <a:ext cx="3109923" cy="13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00" tIns="148100" rIns="148100" bIns="148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Want to join your finds from other programs: Go to ENGG 501/502</a:t>
          </a:r>
        </a:p>
      </dsp:txBody>
      <dsp:txXfrm>
        <a:off x="1616277" y="3499034"/>
        <a:ext cx="3109923" cy="13993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8C11A-E8E0-7440-B54C-8D506F2BEEAA}">
      <dsp:nvSpPr>
        <dsp:cNvPr id="0" name=""/>
        <dsp:cNvSpPr/>
      </dsp:nvSpPr>
      <dsp:spPr>
        <a:xfrm>
          <a:off x="0" y="314318"/>
          <a:ext cx="4438638" cy="1731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The </a:t>
          </a:r>
          <a:r>
            <a:rPr lang="en-CA" sz="2000" b="1" kern="1200"/>
            <a:t>course coordinator provides feedback only after your proposal is officially submitted</a:t>
          </a:r>
          <a:r>
            <a:rPr lang="en-CA" sz="2000" kern="1200"/>
            <a:t> and reviewed with the full set of proposals (See Initial Project Proposal Submission deadline).</a:t>
          </a:r>
          <a:endParaRPr lang="en-US" sz="2000" kern="1200"/>
        </a:p>
      </dsp:txBody>
      <dsp:txXfrm>
        <a:off x="84530" y="398848"/>
        <a:ext cx="4269578" cy="1562540"/>
      </dsp:txXfrm>
    </dsp:sp>
    <dsp:sp modelId="{40B7B59B-CDD5-1444-B3E5-5B65B10A627E}">
      <dsp:nvSpPr>
        <dsp:cNvPr id="0" name=""/>
        <dsp:cNvSpPr/>
      </dsp:nvSpPr>
      <dsp:spPr>
        <a:xfrm>
          <a:off x="0" y="2103518"/>
          <a:ext cx="4438638" cy="1731600"/>
        </a:xfrm>
        <a:prstGeom prst="roundRect">
          <a:avLst/>
        </a:prstGeom>
        <a:solidFill>
          <a:schemeClr val="accent2">
            <a:hueOff val="-701337"/>
            <a:satOff val="-3809"/>
            <a:lumOff val="88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Borderline projects</a:t>
          </a:r>
          <a:r>
            <a:rPr lang="en-CA" sz="2000" kern="1200"/>
            <a:t> will receive </a:t>
          </a:r>
          <a:r>
            <a:rPr lang="en-CA" sz="2000" b="1" kern="1200"/>
            <a:t>specific tips and guidelines</a:t>
          </a:r>
          <a:r>
            <a:rPr lang="en-CA" sz="2000" kern="1200"/>
            <a:t> from the instructor and TAs to elevate them to the required level during the </a:t>
          </a:r>
          <a:r>
            <a:rPr lang="en-CA" sz="2000" b="1" kern="1200"/>
            <a:t>initial project proposal review</a:t>
          </a:r>
          <a:r>
            <a:rPr lang="en-CA" sz="2000" kern="1200"/>
            <a:t>.</a:t>
          </a:r>
          <a:endParaRPr lang="en-US" sz="2000" kern="1200"/>
        </a:p>
      </dsp:txBody>
      <dsp:txXfrm>
        <a:off x="84530" y="2188048"/>
        <a:ext cx="4269578" cy="1562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6D507-B0DD-D244-AB59-5F9225EDD53C}">
      <dsp:nvSpPr>
        <dsp:cNvPr id="0" name=""/>
        <dsp:cNvSpPr/>
      </dsp:nvSpPr>
      <dsp:spPr>
        <a:xfrm>
          <a:off x="0" y="36037"/>
          <a:ext cx="4472040" cy="1998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b="1" kern="1200"/>
            <a:t>Every student must be in a team by the initial project proposal deadline.</a:t>
          </a:r>
          <a:r>
            <a:rPr lang="en-CA" sz="2800" kern="1200"/>
            <a:t> (See course schedule.)</a:t>
          </a:r>
          <a:endParaRPr lang="en-US" sz="2800" kern="1200"/>
        </a:p>
      </dsp:txBody>
      <dsp:txXfrm>
        <a:off x="97552" y="133589"/>
        <a:ext cx="4276936" cy="1803256"/>
      </dsp:txXfrm>
    </dsp:sp>
    <dsp:sp modelId="{36BAFC25-D08E-D94D-A5B3-C65B37E075CE}">
      <dsp:nvSpPr>
        <dsp:cNvPr id="0" name=""/>
        <dsp:cNvSpPr/>
      </dsp:nvSpPr>
      <dsp:spPr>
        <a:xfrm>
          <a:off x="0" y="2115037"/>
          <a:ext cx="4472040" cy="1998360"/>
        </a:xfrm>
        <a:prstGeom prst="roundRect">
          <a:avLst/>
        </a:prstGeom>
        <a:solidFill>
          <a:schemeClr val="accent2">
            <a:hueOff val="-701337"/>
            <a:satOff val="-3809"/>
            <a:lumOff val="88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b="1" kern="1200"/>
            <a:t>If you have no teams yet, contact Dr Z. asap!</a:t>
          </a:r>
          <a:endParaRPr lang="en-US" sz="2800" kern="1200"/>
        </a:p>
      </dsp:txBody>
      <dsp:txXfrm>
        <a:off x="97552" y="2212589"/>
        <a:ext cx="4276936" cy="18032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1E8E7-8949-C348-B67D-AF41880C0795}">
      <dsp:nvSpPr>
        <dsp:cNvPr id="0" name=""/>
        <dsp:cNvSpPr/>
      </dsp:nvSpPr>
      <dsp:spPr>
        <a:xfrm>
          <a:off x="0" y="61598"/>
          <a:ext cx="4438638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The Instructor and TAs review proposals.</a:t>
          </a:r>
          <a:endParaRPr lang="en-US" sz="2400" kern="1200"/>
        </a:p>
      </dsp:txBody>
      <dsp:txXfrm>
        <a:off x="46606" y="108204"/>
        <a:ext cx="4345426" cy="861507"/>
      </dsp:txXfrm>
    </dsp:sp>
    <dsp:sp modelId="{1A51BCDC-09F1-BA49-AC6A-A8D0FB725335}">
      <dsp:nvSpPr>
        <dsp:cNvPr id="0" name=""/>
        <dsp:cNvSpPr/>
      </dsp:nvSpPr>
      <dsp:spPr>
        <a:xfrm>
          <a:off x="0" y="1085438"/>
          <a:ext cx="4438638" cy="954719"/>
        </a:xfrm>
        <a:prstGeom prst="roundRect">
          <a:avLst/>
        </a:prstGeom>
        <a:solidFill>
          <a:schemeClr val="accent5">
            <a:hueOff val="284121"/>
            <a:satOff val="-3601"/>
            <a:lumOff val="-46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D2L </a:t>
          </a:r>
          <a:r>
            <a:rPr lang="en-CA" sz="2400" b="1" kern="1200"/>
            <a:t>groups</a:t>
          </a:r>
          <a:r>
            <a:rPr lang="en-CA" sz="2400" kern="1200"/>
            <a:t> are created for each project by the TAs.</a:t>
          </a:r>
          <a:endParaRPr lang="en-US" sz="2400" kern="1200"/>
        </a:p>
      </dsp:txBody>
      <dsp:txXfrm>
        <a:off x="46606" y="1132044"/>
        <a:ext cx="4345426" cy="861507"/>
      </dsp:txXfrm>
    </dsp:sp>
    <dsp:sp modelId="{4DD63CB1-5A4A-1D44-8746-9878A1F3EF53}">
      <dsp:nvSpPr>
        <dsp:cNvPr id="0" name=""/>
        <dsp:cNvSpPr/>
      </dsp:nvSpPr>
      <dsp:spPr>
        <a:xfrm>
          <a:off x="0" y="2109278"/>
          <a:ext cx="4438638" cy="954719"/>
        </a:xfrm>
        <a:prstGeom prst="roundRect">
          <a:avLst/>
        </a:prstGeom>
        <a:solidFill>
          <a:schemeClr val="accent5">
            <a:hueOff val="568242"/>
            <a:satOff val="-7201"/>
            <a:lumOff val="-92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Team members are enrolled into D2L groups by the TAs.</a:t>
          </a:r>
          <a:endParaRPr lang="en-US" sz="2400" kern="1200"/>
        </a:p>
      </dsp:txBody>
      <dsp:txXfrm>
        <a:off x="46606" y="2155884"/>
        <a:ext cx="4345426" cy="861507"/>
      </dsp:txXfrm>
    </dsp:sp>
    <dsp:sp modelId="{8B092171-F0A0-A443-B147-294A35DB96F1}">
      <dsp:nvSpPr>
        <dsp:cNvPr id="0" name=""/>
        <dsp:cNvSpPr/>
      </dsp:nvSpPr>
      <dsp:spPr>
        <a:xfrm>
          <a:off x="0" y="3133118"/>
          <a:ext cx="4438638" cy="954719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kern="1200"/>
            <a:t>Initial feedback</a:t>
          </a:r>
          <a:r>
            <a:rPr lang="en-CA" sz="2400" kern="1200"/>
            <a:t> is posted on D2L for each team.</a:t>
          </a:r>
          <a:endParaRPr lang="en-US" sz="2400" kern="1200"/>
        </a:p>
      </dsp:txBody>
      <dsp:txXfrm>
        <a:off x="46606" y="3179724"/>
        <a:ext cx="4345426" cy="8615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01BDE-3BB0-5F4A-95CC-0E25EB634B49}">
      <dsp:nvSpPr>
        <dsp:cNvPr id="0" name=""/>
        <dsp:cNvSpPr/>
      </dsp:nvSpPr>
      <dsp:spPr>
        <a:xfrm>
          <a:off x="0" y="268418"/>
          <a:ext cx="4438638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74904" rIns="34448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The </a:t>
          </a:r>
          <a:r>
            <a:rPr lang="en-CA" sz="1800" b="1" kern="1200"/>
            <a:t>TA will initiate</a:t>
          </a:r>
          <a:r>
            <a:rPr lang="en-CA" sz="1800" kern="1200"/>
            <a:t>,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The </a:t>
          </a:r>
          <a:r>
            <a:rPr lang="en-CA" sz="1800" b="1" kern="1200"/>
            <a:t>team is responsible</a:t>
          </a:r>
          <a:r>
            <a:rPr lang="en-CA" sz="1800" kern="1200"/>
            <a:t> for scheduling.</a:t>
          </a:r>
          <a:endParaRPr lang="en-US" sz="1800" kern="1200"/>
        </a:p>
      </dsp:txBody>
      <dsp:txXfrm>
        <a:off x="0" y="268418"/>
        <a:ext cx="4438638" cy="1304100"/>
      </dsp:txXfrm>
    </dsp:sp>
    <dsp:sp modelId="{F95EC4AF-DFA1-5E4D-8244-94673A762354}">
      <dsp:nvSpPr>
        <dsp:cNvPr id="0" name=""/>
        <dsp:cNvSpPr/>
      </dsp:nvSpPr>
      <dsp:spPr>
        <a:xfrm>
          <a:off x="221931" y="2738"/>
          <a:ext cx="3107046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Who arranges:</a:t>
          </a:r>
          <a:r>
            <a:rPr lang="en-CA" sz="1800" kern="1200"/>
            <a:t> </a:t>
          </a:r>
          <a:endParaRPr lang="en-US" sz="1800" kern="1200"/>
        </a:p>
      </dsp:txBody>
      <dsp:txXfrm>
        <a:off x="247870" y="28677"/>
        <a:ext cx="3055168" cy="479482"/>
      </dsp:txXfrm>
    </dsp:sp>
    <dsp:sp modelId="{ED47CACB-52E5-9140-9057-5D4926395399}">
      <dsp:nvSpPr>
        <dsp:cNvPr id="0" name=""/>
        <dsp:cNvSpPr/>
      </dsp:nvSpPr>
      <dsp:spPr>
        <a:xfrm>
          <a:off x="0" y="1935398"/>
          <a:ext cx="4438638" cy="2211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852363"/>
              <a:satOff val="-10802"/>
              <a:lumOff val="-139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74904" rIns="34448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meet‑and‑greet,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walk through the proposal,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discuss </a:t>
          </a:r>
          <a:r>
            <a:rPr lang="en-CA" sz="1800" b="1" kern="1200"/>
            <a:t>initial feedback</a:t>
          </a:r>
          <a:r>
            <a:rPr lang="en-CA" sz="1800" kern="1200"/>
            <a:t>,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clarify issues,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and align on next steps per the course timeline.</a:t>
          </a:r>
          <a:endParaRPr lang="en-US" sz="1800" kern="1200"/>
        </a:p>
      </dsp:txBody>
      <dsp:txXfrm>
        <a:off x="0" y="1935398"/>
        <a:ext cx="4438638" cy="2211300"/>
      </dsp:txXfrm>
    </dsp:sp>
    <dsp:sp modelId="{ADC43F27-5836-9841-B82F-8AE0701BEC8E}">
      <dsp:nvSpPr>
        <dsp:cNvPr id="0" name=""/>
        <dsp:cNvSpPr/>
      </dsp:nvSpPr>
      <dsp:spPr>
        <a:xfrm>
          <a:off x="221931" y="1669718"/>
          <a:ext cx="3107046" cy="531360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Purpose:</a:t>
          </a:r>
          <a:r>
            <a:rPr lang="en-CA" sz="1800" kern="1200"/>
            <a:t> </a:t>
          </a:r>
          <a:endParaRPr lang="en-US" sz="1800" kern="1200"/>
        </a:p>
      </dsp:txBody>
      <dsp:txXfrm>
        <a:off x="247870" y="1695657"/>
        <a:ext cx="3055168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87B67-C625-AE4E-870C-8A20476116D9}">
      <dsp:nvSpPr>
        <dsp:cNvPr id="0" name=""/>
        <dsp:cNvSpPr/>
      </dsp:nvSpPr>
      <dsp:spPr>
        <a:xfrm>
          <a:off x="0" y="347393"/>
          <a:ext cx="4438638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12420" rIns="34448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/>
            <a:t>The final version of the proposal excel template via </a:t>
          </a:r>
          <a:r>
            <a:rPr lang="en-CA" sz="1500" b="1" kern="1200"/>
            <a:t>D2L</a:t>
          </a:r>
          <a:r>
            <a:rPr lang="en-CA" sz="1500" kern="1200"/>
            <a:t> by the deadline,</a:t>
          </a:r>
          <a:endParaRPr lang="en-US" sz="1500" kern="1200"/>
        </a:p>
      </dsp:txBody>
      <dsp:txXfrm>
        <a:off x="0" y="347393"/>
        <a:ext cx="4438638" cy="850500"/>
      </dsp:txXfrm>
    </dsp:sp>
    <dsp:sp modelId="{6B63FBEA-EB0B-1D4A-B8CC-032EDED2E304}">
      <dsp:nvSpPr>
        <dsp:cNvPr id="0" name=""/>
        <dsp:cNvSpPr/>
      </dsp:nvSpPr>
      <dsp:spPr>
        <a:xfrm>
          <a:off x="221931" y="125993"/>
          <a:ext cx="3107046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/>
            <a:t>Submit:</a:t>
          </a:r>
          <a:r>
            <a:rPr lang="en-CA" sz="1500" kern="1200"/>
            <a:t> </a:t>
          </a:r>
          <a:endParaRPr lang="en-US" sz="1500" kern="1200"/>
        </a:p>
      </dsp:txBody>
      <dsp:txXfrm>
        <a:off x="243547" y="147609"/>
        <a:ext cx="3063814" cy="399568"/>
      </dsp:txXfrm>
    </dsp:sp>
    <dsp:sp modelId="{60005E18-8001-4945-A245-FDA22F273678}">
      <dsp:nvSpPr>
        <dsp:cNvPr id="0" name=""/>
        <dsp:cNvSpPr/>
      </dsp:nvSpPr>
      <dsp:spPr>
        <a:xfrm>
          <a:off x="0" y="1500293"/>
          <a:ext cx="4438638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426181"/>
              <a:satOff val="-5401"/>
              <a:lumOff val="-69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12420" rIns="34448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b="1" kern="1200"/>
            <a:t>Clarity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b="1" kern="1200"/>
            <a:t>Completion</a:t>
          </a:r>
          <a:r>
            <a:rPr lang="en-CA" sz="1500" kern="1200"/>
            <a:t> of all sections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/>
            <a:t>Evidence that you </a:t>
          </a:r>
          <a:r>
            <a:rPr lang="en-CA" sz="1500" b="1" kern="1200"/>
            <a:t>addressed prior feedback</a:t>
          </a:r>
          <a:r>
            <a:rPr lang="en-CA" sz="1500" kern="1200"/>
            <a:t> in this final submission</a:t>
          </a:r>
          <a:endParaRPr lang="en-US" sz="1500" kern="1200"/>
        </a:p>
      </dsp:txBody>
      <dsp:txXfrm>
        <a:off x="0" y="1500293"/>
        <a:ext cx="4438638" cy="1346625"/>
      </dsp:txXfrm>
    </dsp:sp>
    <dsp:sp modelId="{52934B91-62F2-6D49-AC5F-69A27893BB8B}">
      <dsp:nvSpPr>
        <dsp:cNvPr id="0" name=""/>
        <dsp:cNvSpPr/>
      </dsp:nvSpPr>
      <dsp:spPr>
        <a:xfrm>
          <a:off x="221931" y="1278893"/>
          <a:ext cx="3107046" cy="442800"/>
        </a:xfrm>
        <a:prstGeom prst="roundRect">
          <a:avLst/>
        </a:prstGeom>
        <a:solidFill>
          <a:schemeClr val="accent5">
            <a:hueOff val="426181"/>
            <a:satOff val="-5401"/>
            <a:lumOff val="-69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/>
            <a:t>Assessment criteria:</a:t>
          </a:r>
          <a:endParaRPr lang="en-US" sz="1500" kern="1200"/>
        </a:p>
      </dsp:txBody>
      <dsp:txXfrm>
        <a:off x="243547" y="1300509"/>
        <a:ext cx="3063814" cy="399568"/>
      </dsp:txXfrm>
    </dsp:sp>
    <dsp:sp modelId="{6522A737-ADF3-9846-B97D-A2568CC6AD0E}">
      <dsp:nvSpPr>
        <dsp:cNvPr id="0" name=""/>
        <dsp:cNvSpPr/>
      </dsp:nvSpPr>
      <dsp:spPr>
        <a:xfrm>
          <a:off x="0" y="3149318"/>
          <a:ext cx="4438638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852363"/>
              <a:satOff val="-10802"/>
              <a:lumOff val="-139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12420" rIns="34448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b="1" kern="1200"/>
            <a:t>team</a:t>
          </a:r>
          <a:r>
            <a:rPr lang="en-CA" sz="1500" kern="1200"/>
            <a:t> marks posted the following week;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/>
            <a:t>projects </a:t>
          </a:r>
          <a:r>
            <a:rPr lang="en-CA" sz="1500" b="1" kern="1200"/>
            <a:t>approved/finalized</a:t>
          </a:r>
          <a:r>
            <a:rPr lang="en-CA" sz="1500" kern="1200"/>
            <a:t>.</a:t>
          </a:r>
          <a:endParaRPr lang="en-US" sz="1500" kern="1200"/>
        </a:p>
      </dsp:txBody>
      <dsp:txXfrm>
        <a:off x="0" y="3149318"/>
        <a:ext cx="4438638" cy="874125"/>
      </dsp:txXfrm>
    </dsp:sp>
    <dsp:sp modelId="{8AEE7E51-95DC-CA4C-A176-7789AA08F1FB}">
      <dsp:nvSpPr>
        <dsp:cNvPr id="0" name=""/>
        <dsp:cNvSpPr/>
      </dsp:nvSpPr>
      <dsp:spPr>
        <a:xfrm>
          <a:off x="221931" y="2927918"/>
          <a:ext cx="3107046" cy="442800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/>
            <a:t>Outcome: </a:t>
          </a:r>
          <a:endParaRPr lang="en-US" sz="1500" kern="1200"/>
        </a:p>
      </dsp:txBody>
      <dsp:txXfrm>
        <a:off x="243547" y="2949534"/>
        <a:ext cx="3063814" cy="3995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486AB-B9DC-594C-8B34-35184B615366}">
      <dsp:nvSpPr>
        <dsp:cNvPr id="0" name=""/>
        <dsp:cNvSpPr/>
      </dsp:nvSpPr>
      <dsp:spPr>
        <a:xfrm>
          <a:off x="0" y="261510"/>
          <a:ext cx="4438638" cy="3118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/>
            <a:t>Purpose:</a:t>
          </a:r>
          <a:r>
            <a:rPr lang="en-CA" sz="1300" kern="1200"/>
            <a:t> </a:t>
          </a:r>
          <a:endParaRPr lang="en-US" sz="1300" kern="1200"/>
        </a:p>
      </dsp:txBody>
      <dsp:txXfrm>
        <a:off x="15221" y="276731"/>
        <a:ext cx="4408196" cy="281363"/>
      </dsp:txXfrm>
    </dsp:sp>
    <dsp:sp modelId="{8F766369-74BE-234B-A158-042A356165E6}">
      <dsp:nvSpPr>
        <dsp:cNvPr id="0" name=""/>
        <dsp:cNvSpPr/>
      </dsp:nvSpPr>
      <dsp:spPr>
        <a:xfrm>
          <a:off x="0" y="573315"/>
          <a:ext cx="4438638" cy="766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Owns logistics and coordination so the team can focus on technical work.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b="1" kern="1200"/>
            <a:t>Important clarification:</a:t>
          </a:r>
          <a:r>
            <a:rPr lang="en-CA" sz="1000" kern="1200"/>
            <a:t> The Project Manager role </a:t>
          </a:r>
          <a:r>
            <a:rPr lang="en-CA" sz="1000" b="1" kern="1200"/>
            <a:t>does not exclude</a:t>
          </a:r>
          <a:r>
            <a:rPr lang="en-CA" sz="1000" kern="1200"/>
            <a:t> the manager from day‑to‑day </a:t>
          </a:r>
          <a:r>
            <a:rPr lang="en-CA" sz="1000" b="1" kern="1200"/>
            <a:t>technical work</a:t>
          </a:r>
          <a:r>
            <a:rPr lang="en-CA" sz="1000" kern="1200"/>
            <a:t>. Treat PM duties as an </a:t>
          </a:r>
          <a:r>
            <a:rPr lang="en-CA" sz="1000" b="1" kern="1200"/>
            <a:t>additional layer of responsibility</a:t>
          </a:r>
          <a:r>
            <a:rPr lang="en-CA" sz="1000" kern="1200"/>
            <a:t> undertaken </a:t>
          </a:r>
          <a:r>
            <a:rPr lang="en-CA" sz="1000" b="1" kern="1200"/>
            <a:t>alongside</a:t>
          </a:r>
          <a:r>
            <a:rPr lang="en-CA" sz="1000" kern="1200"/>
            <a:t> technical contributions; the benefit is </a:t>
          </a:r>
          <a:r>
            <a:rPr lang="en-CA" sz="1000" b="1" kern="1200"/>
            <a:t>practical leadership experience</a:t>
          </a:r>
          <a:r>
            <a:rPr lang="en-CA" sz="1000" kern="1200"/>
            <a:t>.</a:t>
          </a:r>
          <a:endParaRPr lang="en-US" sz="1000" kern="1200"/>
        </a:p>
      </dsp:txBody>
      <dsp:txXfrm>
        <a:off x="0" y="573315"/>
        <a:ext cx="4438638" cy="766935"/>
      </dsp:txXfrm>
    </dsp:sp>
    <dsp:sp modelId="{82282944-F86C-CB44-A15E-EA4C34317224}">
      <dsp:nvSpPr>
        <dsp:cNvPr id="0" name=""/>
        <dsp:cNvSpPr/>
      </dsp:nvSpPr>
      <dsp:spPr>
        <a:xfrm>
          <a:off x="0" y="1340250"/>
          <a:ext cx="4438638" cy="311805"/>
        </a:xfrm>
        <a:prstGeom prst="roundRect">
          <a:avLst/>
        </a:prstGeom>
        <a:solidFill>
          <a:schemeClr val="accent5">
            <a:hueOff val="426181"/>
            <a:satOff val="-5401"/>
            <a:lumOff val="-69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/>
            <a:t>Core responsibilities</a:t>
          </a:r>
          <a:r>
            <a:rPr lang="en-CA" sz="1300" kern="1200"/>
            <a:t> (non‑exhaustive):</a:t>
          </a:r>
          <a:endParaRPr lang="en-US" sz="1300" kern="1200"/>
        </a:p>
      </dsp:txBody>
      <dsp:txXfrm>
        <a:off x="15221" y="1355471"/>
        <a:ext cx="4408196" cy="281363"/>
      </dsp:txXfrm>
    </dsp:sp>
    <dsp:sp modelId="{2EAD8135-A7C1-FB4C-A1CB-14E5BEB63E36}">
      <dsp:nvSpPr>
        <dsp:cNvPr id="0" name=""/>
        <dsp:cNvSpPr/>
      </dsp:nvSpPr>
      <dsp:spPr>
        <a:xfrm>
          <a:off x="0" y="1652055"/>
          <a:ext cx="4438638" cy="11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Plan and run meetings (agenda, minutes, action items, owners, due dates).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Maintain the project plan (scope, schedule/milestones, risks, comms cadence).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Coordinate with the </a:t>
          </a:r>
          <a:r>
            <a:rPr lang="en-CA" sz="1000" b="1" kern="1200"/>
            <a:t>industry sponsor representative</a:t>
          </a:r>
          <a:r>
            <a:rPr lang="en-CA" sz="1000" kern="1200"/>
            <a:t>, </a:t>
          </a:r>
          <a:r>
            <a:rPr lang="en-CA" sz="1000" b="1" kern="1200"/>
            <a:t>academic advisor</a:t>
          </a:r>
          <a:r>
            <a:rPr lang="en-CA" sz="1000" kern="1200"/>
            <a:t>, </a:t>
          </a:r>
          <a:r>
            <a:rPr lang="en-CA" sz="1000" b="1" kern="1200"/>
            <a:t>TA</a:t>
          </a:r>
          <a:r>
            <a:rPr lang="en-CA" sz="1000" kern="1200"/>
            <a:t>, and </a:t>
          </a:r>
          <a:r>
            <a:rPr lang="en-CA" sz="1000" b="1" kern="1200"/>
            <a:t>instructor</a:t>
          </a:r>
          <a:r>
            <a:rPr lang="en-CA" sz="1000" kern="1200"/>
            <a:t>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Ensure deliverables (proposal, design roadmap, reviews, demo, final report) are submitted on time and in the required formats.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Track decisions and change control; keep stakeholders informed.</a:t>
          </a:r>
          <a:endParaRPr lang="en-US" sz="1000" kern="1200"/>
        </a:p>
      </dsp:txBody>
      <dsp:txXfrm>
        <a:off x="0" y="1652055"/>
        <a:ext cx="4438638" cy="1157130"/>
      </dsp:txXfrm>
    </dsp:sp>
    <dsp:sp modelId="{0E4FCD0F-B4D0-2A4E-846B-E985AA1C7646}">
      <dsp:nvSpPr>
        <dsp:cNvPr id="0" name=""/>
        <dsp:cNvSpPr/>
      </dsp:nvSpPr>
      <dsp:spPr>
        <a:xfrm>
          <a:off x="0" y="2809185"/>
          <a:ext cx="4438638" cy="311805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/>
            <a:t>Rotation:</a:t>
          </a:r>
          <a:endParaRPr lang="en-US" sz="1300" kern="1200"/>
        </a:p>
      </dsp:txBody>
      <dsp:txXfrm>
        <a:off x="15221" y="2824406"/>
        <a:ext cx="4408196" cy="281363"/>
      </dsp:txXfrm>
    </dsp:sp>
    <dsp:sp modelId="{F68493FA-3295-8946-AFB3-B663D14F878A}">
      <dsp:nvSpPr>
        <dsp:cNvPr id="0" name=""/>
        <dsp:cNvSpPr/>
      </dsp:nvSpPr>
      <dsp:spPr>
        <a:xfrm>
          <a:off x="0" y="3120990"/>
          <a:ext cx="4438638" cy="766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The </a:t>
          </a:r>
          <a:r>
            <a:rPr lang="en-CA" sz="1000" b="1" kern="1200"/>
            <a:t>Project Manager role should rotate</a:t>
          </a:r>
          <a:r>
            <a:rPr lang="en-CA" sz="1000" kern="1200"/>
            <a:t> among team members. You may plan rotations across </a:t>
          </a:r>
          <a:r>
            <a:rPr lang="en-CA" sz="1000" b="1" kern="1200"/>
            <a:t>Fall and Winter </a:t>
          </a:r>
          <a:r>
            <a:rPr lang="en-CA" sz="1000" kern="1200"/>
            <a:t>terms; the </a:t>
          </a:r>
          <a:r>
            <a:rPr lang="en-CA" sz="1000" b="1" kern="1200"/>
            <a:t>team decides timing</a:t>
          </a:r>
          <a:r>
            <a:rPr lang="en-CA" sz="1000" kern="1200"/>
            <a:t>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If you choose </a:t>
          </a:r>
          <a:r>
            <a:rPr lang="en-CA" sz="1000" b="1" kern="1200"/>
            <a:t>one PM for the entire project</a:t>
          </a:r>
          <a:r>
            <a:rPr lang="en-CA" sz="1000" kern="1200"/>
            <a:t>, that student still </a:t>
          </a:r>
          <a:r>
            <a:rPr lang="en-CA" sz="1000" b="1" kern="1200"/>
            <a:t>participates in technical work</a:t>
          </a:r>
          <a:r>
            <a:rPr lang="en-CA" sz="1000" kern="1200"/>
            <a:t>—PM duties are </a:t>
          </a:r>
          <a:r>
            <a:rPr lang="en-CA" sz="1000" b="1" kern="1200"/>
            <a:t>additional</a:t>
          </a:r>
          <a:r>
            <a:rPr lang="en-CA" sz="1000" kern="1200"/>
            <a:t>. The benefit: practical leadership/management experience.</a:t>
          </a:r>
          <a:endParaRPr lang="en-US" sz="1000" kern="1200"/>
        </a:p>
      </dsp:txBody>
      <dsp:txXfrm>
        <a:off x="0" y="3120990"/>
        <a:ext cx="4438638" cy="7669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47DE6-4EAB-7946-A35F-D746693323BD}">
      <dsp:nvSpPr>
        <dsp:cNvPr id="0" name=""/>
        <dsp:cNvSpPr/>
      </dsp:nvSpPr>
      <dsp:spPr>
        <a:xfrm>
          <a:off x="0" y="106755"/>
          <a:ext cx="4438638" cy="4077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Re‑evaluation:</a:t>
          </a:r>
          <a:endParaRPr lang="en-US" sz="1700" kern="1200"/>
        </a:p>
      </dsp:txBody>
      <dsp:txXfrm>
        <a:off x="19904" y="126659"/>
        <a:ext cx="4398830" cy="367937"/>
      </dsp:txXfrm>
    </dsp:sp>
    <dsp:sp modelId="{781CBBEF-11E8-D140-B199-38887842FA39}">
      <dsp:nvSpPr>
        <dsp:cNvPr id="0" name=""/>
        <dsp:cNvSpPr/>
      </dsp:nvSpPr>
      <dsp:spPr>
        <a:xfrm>
          <a:off x="0" y="514501"/>
          <a:ext cx="4438638" cy="809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kern="1200"/>
            <a:t>Any team member may request a </a:t>
          </a:r>
          <a:r>
            <a:rPr lang="en-CA" sz="1300" b="1" kern="1200"/>
            <a:t>PM change review</a:t>
          </a:r>
          <a:r>
            <a:rPr lang="en-CA" sz="1300" kern="1200"/>
            <a:t> at any time.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kern="1200"/>
            <a:t>The team must take such requests seriously and </a:t>
          </a:r>
          <a:r>
            <a:rPr lang="en-CA" sz="1300" b="1" kern="1200"/>
            <a:t>decide promptly</a:t>
          </a:r>
          <a:r>
            <a:rPr lang="en-CA" sz="1300" kern="1200"/>
            <a:t>.</a:t>
          </a:r>
          <a:endParaRPr lang="en-US" sz="1300" kern="1200"/>
        </a:p>
      </dsp:txBody>
      <dsp:txXfrm>
        <a:off x="0" y="514501"/>
        <a:ext cx="4438638" cy="809370"/>
      </dsp:txXfrm>
    </dsp:sp>
    <dsp:sp modelId="{AEE03B32-66BE-0B42-98E8-1877C8C33930}">
      <dsp:nvSpPr>
        <dsp:cNvPr id="0" name=""/>
        <dsp:cNvSpPr/>
      </dsp:nvSpPr>
      <dsp:spPr>
        <a:xfrm>
          <a:off x="0" y="1323871"/>
          <a:ext cx="4438638" cy="407745"/>
        </a:xfrm>
        <a:prstGeom prst="roundRect">
          <a:avLst/>
        </a:prstGeom>
        <a:solidFill>
          <a:schemeClr val="accent5">
            <a:hueOff val="284121"/>
            <a:satOff val="-3601"/>
            <a:lumOff val="-46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Issue escalation:</a:t>
          </a:r>
          <a:r>
            <a:rPr lang="en-CA" sz="1700" kern="1200"/>
            <a:t> Concerns about the PM ?</a:t>
          </a:r>
          <a:endParaRPr lang="en-US" sz="1700" kern="1200"/>
        </a:p>
      </dsp:txBody>
      <dsp:txXfrm>
        <a:off x="19904" y="1343775"/>
        <a:ext cx="4398830" cy="367937"/>
      </dsp:txXfrm>
    </dsp:sp>
    <dsp:sp modelId="{D8459020-6EC2-C74F-8FB7-7CB0CA955FFD}">
      <dsp:nvSpPr>
        <dsp:cNvPr id="0" name=""/>
        <dsp:cNvSpPr/>
      </dsp:nvSpPr>
      <dsp:spPr>
        <a:xfrm>
          <a:off x="0" y="1731616"/>
          <a:ext cx="4438638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kern="1200"/>
            <a:t>Open discussion within the team,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b="1" kern="1200"/>
            <a:t>Discuss with your TA</a:t>
          </a:r>
          <a:r>
            <a:rPr lang="en-CA" sz="1300" kern="1200"/>
            <a:t>.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kern="1200"/>
            <a:t>If unresolved → </a:t>
          </a:r>
          <a:r>
            <a:rPr lang="en-CA" sz="1300" b="1" kern="1200"/>
            <a:t>engage the course instructor</a:t>
          </a:r>
          <a:r>
            <a:rPr lang="en-CA" sz="1300" kern="1200"/>
            <a:t>.</a:t>
          </a:r>
          <a:endParaRPr lang="en-US" sz="1300" kern="1200"/>
        </a:p>
      </dsp:txBody>
      <dsp:txXfrm>
        <a:off x="0" y="1731616"/>
        <a:ext cx="4438638" cy="668609"/>
      </dsp:txXfrm>
    </dsp:sp>
    <dsp:sp modelId="{EB617784-36C6-C448-8A37-7DC6497620DE}">
      <dsp:nvSpPr>
        <dsp:cNvPr id="0" name=""/>
        <dsp:cNvSpPr/>
      </dsp:nvSpPr>
      <dsp:spPr>
        <a:xfrm>
          <a:off x="0" y="2400226"/>
          <a:ext cx="4438638" cy="407745"/>
        </a:xfrm>
        <a:prstGeom prst="roundRect">
          <a:avLst/>
        </a:prstGeom>
        <a:solidFill>
          <a:schemeClr val="accent5">
            <a:hueOff val="568242"/>
            <a:satOff val="-7201"/>
            <a:lumOff val="-92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Shared accountability:</a:t>
          </a:r>
          <a:r>
            <a:rPr lang="en-CA" sz="1700" kern="1200"/>
            <a:t> </a:t>
          </a:r>
          <a:endParaRPr lang="en-US" sz="1700" kern="1200"/>
        </a:p>
      </dsp:txBody>
      <dsp:txXfrm>
        <a:off x="19904" y="2420130"/>
        <a:ext cx="4398830" cy="367937"/>
      </dsp:txXfrm>
    </dsp:sp>
    <dsp:sp modelId="{2AE84AB8-4D03-EF4A-BA39-886C797E11EA}">
      <dsp:nvSpPr>
        <dsp:cNvPr id="0" name=""/>
        <dsp:cNvSpPr/>
      </dsp:nvSpPr>
      <dsp:spPr>
        <a:xfrm>
          <a:off x="0" y="2807971"/>
          <a:ext cx="4438638" cy="413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kern="1200"/>
            <a:t>The </a:t>
          </a:r>
          <a:r>
            <a:rPr lang="en-CA" sz="1300" b="1" kern="1200"/>
            <a:t>health and progress</a:t>
          </a:r>
          <a:r>
            <a:rPr lang="en-CA" sz="1300" kern="1200"/>
            <a:t> of the project is </a:t>
          </a:r>
          <a:r>
            <a:rPr lang="en-CA" sz="1300" b="1" kern="1200"/>
            <a:t>everyone’s responsibility</a:t>
          </a:r>
          <a:r>
            <a:rPr lang="en-CA" sz="1300" kern="1200"/>
            <a:t>.</a:t>
          </a:r>
          <a:endParaRPr lang="en-US" sz="1300" kern="1200"/>
        </a:p>
      </dsp:txBody>
      <dsp:txXfrm>
        <a:off x="0" y="2807971"/>
        <a:ext cx="4438638" cy="413482"/>
      </dsp:txXfrm>
    </dsp:sp>
    <dsp:sp modelId="{B5798200-7203-834A-B6A1-984085C6255F}">
      <dsp:nvSpPr>
        <dsp:cNvPr id="0" name=""/>
        <dsp:cNvSpPr/>
      </dsp:nvSpPr>
      <dsp:spPr>
        <a:xfrm>
          <a:off x="0" y="3221453"/>
          <a:ext cx="4438638" cy="407745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Important:</a:t>
          </a:r>
          <a:r>
            <a:rPr lang="en-CA" sz="1700" kern="1200"/>
            <a:t> </a:t>
          </a:r>
          <a:endParaRPr lang="en-US" sz="1700" kern="1200"/>
        </a:p>
      </dsp:txBody>
      <dsp:txXfrm>
        <a:off x="19904" y="3241357"/>
        <a:ext cx="4398830" cy="367937"/>
      </dsp:txXfrm>
    </dsp:sp>
    <dsp:sp modelId="{CF41220A-4998-2D4B-93A8-1E46DAC95ABC}">
      <dsp:nvSpPr>
        <dsp:cNvPr id="0" name=""/>
        <dsp:cNvSpPr/>
      </dsp:nvSpPr>
      <dsp:spPr>
        <a:xfrm>
          <a:off x="0" y="3629198"/>
          <a:ext cx="4438638" cy="413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300" kern="1200"/>
            <a:t>Unresolved disputes left until the </a:t>
          </a:r>
          <a:r>
            <a:rPr lang="en-CA" sz="1300" b="1" kern="1200"/>
            <a:t>end of term</a:t>
          </a:r>
          <a:r>
            <a:rPr lang="en-CA" sz="1300" kern="1200"/>
            <a:t> may lead to </a:t>
          </a:r>
          <a:r>
            <a:rPr lang="en-CA" sz="1300" b="1" kern="1200"/>
            <a:t>penalties for all team members</a:t>
          </a:r>
          <a:r>
            <a:rPr lang="en-CA" sz="1300" kern="1200"/>
            <a:t>. Be proactive.</a:t>
          </a:r>
          <a:endParaRPr lang="en-US" sz="1300" kern="1200"/>
        </a:p>
      </dsp:txBody>
      <dsp:txXfrm>
        <a:off x="0" y="3629198"/>
        <a:ext cx="4438638" cy="4134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876E3-6470-9A48-8CC5-BFA64C6F1F24}">
      <dsp:nvSpPr>
        <dsp:cNvPr id="0" name=""/>
        <dsp:cNvSpPr/>
      </dsp:nvSpPr>
      <dsp:spPr>
        <a:xfrm>
          <a:off x="0" y="198623"/>
          <a:ext cx="4438638" cy="3118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 dirty="0"/>
            <a:t>Each team must have one formal technical academic advisor.</a:t>
          </a:r>
          <a:endParaRPr lang="en-US" sz="1300" kern="1200" dirty="0"/>
        </a:p>
      </dsp:txBody>
      <dsp:txXfrm>
        <a:off x="15221" y="213844"/>
        <a:ext cx="4408196" cy="281363"/>
      </dsp:txXfrm>
    </dsp:sp>
    <dsp:sp modelId="{0A81B652-7CE9-BC49-9ED8-CA7F43BA5F21}">
      <dsp:nvSpPr>
        <dsp:cNvPr id="0" name=""/>
        <dsp:cNvSpPr/>
      </dsp:nvSpPr>
      <dsp:spPr>
        <a:xfrm>
          <a:off x="0" y="510428"/>
          <a:ext cx="4438638" cy="31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 dirty="0"/>
            <a:t>Teams may have </a:t>
          </a:r>
          <a:r>
            <a:rPr lang="en-CA" sz="1000" b="1" kern="1200" dirty="0"/>
            <a:t>multiple advisors</a:t>
          </a:r>
          <a:r>
            <a:rPr lang="en-CA" sz="1000" kern="1200" dirty="0"/>
            <a:t> (formal and/or informal); however, </a:t>
          </a:r>
          <a:r>
            <a:rPr lang="en-CA" sz="1000" b="1" kern="1200" dirty="0"/>
            <a:t>at least one formal academic advisor</a:t>
          </a:r>
          <a:r>
            <a:rPr lang="en-CA" sz="1000" kern="1200" dirty="0"/>
            <a:t> is required.</a:t>
          </a:r>
        </a:p>
      </dsp:txBody>
      <dsp:txXfrm>
        <a:off x="0" y="510428"/>
        <a:ext cx="4438638" cy="316192"/>
      </dsp:txXfrm>
    </dsp:sp>
    <dsp:sp modelId="{4A43F410-546D-1A4C-9257-4776748000BD}">
      <dsp:nvSpPr>
        <dsp:cNvPr id="0" name=""/>
        <dsp:cNvSpPr/>
      </dsp:nvSpPr>
      <dsp:spPr>
        <a:xfrm>
          <a:off x="0" y="826620"/>
          <a:ext cx="4438638" cy="311805"/>
        </a:xfrm>
        <a:prstGeom prst="roundRect">
          <a:avLst/>
        </a:prstGeom>
        <a:solidFill>
          <a:schemeClr val="accent5">
            <a:hueOff val="213091"/>
            <a:satOff val="-2701"/>
            <a:lumOff val="-34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 dirty="0"/>
            <a:t>What “formal advisor” means:</a:t>
          </a:r>
          <a:endParaRPr lang="en-US" sz="1300" kern="1200" dirty="0"/>
        </a:p>
      </dsp:txBody>
      <dsp:txXfrm>
        <a:off x="15221" y="841841"/>
        <a:ext cx="4408196" cy="281363"/>
      </dsp:txXfrm>
    </dsp:sp>
    <dsp:sp modelId="{2C126B78-4DCE-F541-A2DA-EA37FFB25A77}">
      <dsp:nvSpPr>
        <dsp:cNvPr id="0" name=""/>
        <dsp:cNvSpPr/>
      </dsp:nvSpPr>
      <dsp:spPr>
        <a:xfrm>
          <a:off x="0" y="1138426"/>
          <a:ext cx="4438638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 dirty="0"/>
            <a:t>A committed advisor for the </a:t>
          </a:r>
          <a:r>
            <a:rPr lang="en-CA" sz="1000" b="1" kern="1200" dirty="0"/>
            <a:t>full academic year (both semesters),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 dirty="0"/>
            <a:t>who will </a:t>
          </a:r>
          <a:r>
            <a:rPr lang="en-CA" sz="1000" b="1" kern="1200" dirty="0"/>
            <a:t>evaluate the team’s technical solutions</a:t>
          </a:r>
          <a:r>
            <a:rPr lang="en-CA" sz="1000" kern="1200" dirty="0"/>
            <a:t> and attend </a:t>
          </a:r>
          <a:r>
            <a:rPr lang="en-CA" sz="1000" b="1" kern="1200" dirty="0"/>
            <a:t>three evaluation sessions</a:t>
          </a:r>
          <a:r>
            <a:rPr lang="en-CA" sz="1000" kern="1200" dirty="0"/>
            <a:t>.</a:t>
          </a:r>
          <a:endParaRPr lang="en-US" sz="1000" kern="1200" dirty="0"/>
        </a:p>
      </dsp:txBody>
      <dsp:txXfrm>
        <a:off x="0" y="1138426"/>
        <a:ext cx="4438638" cy="484380"/>
      </dsp:txXfrm>
    </dsp:sp>
    <dsp:sp modelId="{349BFC4A-A21B-1648-9B31-91D9B6E1E66F}">
      <dsp:nvSpPr>
        <dsp:cNvPr id="0" name=""/>
        <dsp:cNvSpPr/>
      </dsp:nvSpPr>
      <dsp:spPr>
        <a:xfrm>
          <a:off x="0" y="1622805"/>
          <a:ext cx="4438638" cy="311805"/>
        </a:xfrm>
        <a:prstGeom prst="roundRect">
          <a:avLst/>
        </a:prstGeom>
        <a:solidFill>
          <a:schemeClr val="accent5">
            <a:hueOff val="426181"/>
            <a:satOff val="-5401"/>
            <a:lumOff val="-69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 dirty="0"/>
            <a:t>Purpose:</a:t>
          </a:r>
          <a:r>
            <a:rPr lang="en-CA" sz="1300" kern="1200" dirty="0"/>
            <a:t> </a:t>
          </a:r>
          <a:endParaRPr lang="en-US" sz="1300" kern="1200" dirty="0"/>
        </a:p>
      </dsp:txBody>
      <dsp:txXfrm>
        <a:off x="15221" y="1638026"/>
        <a:ext cx="4408196" cy="281363"/>
      </dsp:txXfrm>
    </dsp:sp>
    <dsp:sp modelId="{8832B5E7-D378-9B4C-A3FA-1CA34DE2756C}">
      <dsp:nvSpPr>
        <dsp:cNvPr id="0" name=""/>
        <dsp:cNvSpPr/>
      </dsp:nvSpPr>
      <dsp:spPr>
        <a:xfrm>
          <a:off x="0" y="1934611"/>
          <a:ext cx="4438638" cy="31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 dirty="0"/>
            <a:t>Ensure your </a:t>
          </a:r>
          <a:r>
            <a:rPr lang="en-CA" sz="1000" b="1" kern="1200" dirty="0"/>
            <a:t>technical decisions are sound</a:t>
          </a:r>
          <a:r>
            <a:rPr lang="en-CA" sz="1000" kern="1200" dirty="0"/>
            <a:t> and that the solution meets ESE standards.</a:t>
          </a:r>
          <a:endParaRPr lang="en-US" sz="1000" kern="1200" dirty="0"/>
        </a:p>
      </dsp:txBody>
      <dsp:txXfrm>
        <a:off x="0" y="1934611"/>
        <a:ext cx="4438638" cy="316192"/>
      </dsp:txXfrm>
    </dsp:sp>
    <dsp:sp modelId="{2E58B219-C4A9-D048-A0B1-35FD82A8FBC4}">
      <dsp:nvSpPr>
        <dsp:cNvPr id="0" name=""/>
        <dsp:cNvSpPr/>
      </dsp:nvSpPr>
      <dsp:spPr>
        <a:xfrm>
          <a:off x="0" y="2250803"/>
          <a:ext cx="4438638" cy="311805"/>
        </a:xfrm>
        <a:prstGeom prst="roundRect">
          <a:avLst/>
        </a:prstGeom>
        <a:solidFill>
          <a:schemeClr val="accent5">
            <a:hueOff val="639272"/>
            <a:satOff val="-8102"/>
            <a:lumOff val="-104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 dirty="0"/>
            <a:t>Typical workload: </a:t>
          </a:r>
          <a:endParaRPr lang="en-US" sz="1300" kern="1200" dirty="0"/>
        </a:p>
      </dsp:txBody>
      <dsp:txXfrm>
        <a:off x="15221" y="2266024"/>
        <a:ext cx="4408196" cy="281363"/>
      </dsp:txXfrm>
    </dsp:sp>
    <dsp:sp modelId="{47FCF930-1E56-DA48-9D92-20691FDFAEFF}">
      <dsp:nvSpPr>
        <dsp:cNvPr id="0" name=""/>
        <dsp:cNvSpPr/>
      </dsp:nvSpPr>
      <dsp:spPr>
        <a:xfrm>
          <a:off x="0" y="2562608"/>
          <a:ext cx="4438638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b="1" kern="1200"/>
            <a:t>minimum 4–5 hours across the year</a:t>
          </a:r>
          <a:r>
            <a:rPr lang="en-CA" sz="1000" kern="1200"/>
            <a:t>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Advisors </a:t>
          </a:r>
          <a:r>
            <a:rPr lang="en-CA" sz="1000" b="1" kern="1200"/>
            <a:t>do not mark reports</a:t>
          </a:r>
          <a:r>
            <a:rPr lang="en-CA" sz="1000" kern="1200"/>
            <a:t>; 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/>
            <a:t>they provide </a:t>
          </a:r>
          <a:r>
            <a:rPr lang="en-CA" sz="1000" b="1" kern="1200"/>
            <a:t>technical guidance</a:t>
          </a:r>
          <a:r>
            <a:rPr lang="en-CA" sz="1000" kern="1200"/>
            <a:t>, 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 dirty="0"/>
            <a:t>endorse the </a:t>
          </a:r>
          <a:r>
            <a:rPr lang="en-CA" sz="1000" b="1" kern="1200" dirty="0"/>
            <a:t>technical soundness</a:t>
          </a:r>
          <a:r>
            <a:rPr lang="en-CA" sz="1000" kern="1200" dirty="0"/>
            <a:t> of your design,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000" kern="1200" dirty="0"/>
            <a:t>and attend the fall, winter, and final oral project evaluation sessions.</a:t>
          </a:r>
          <a:endParaRPr lang="en-US" sz="1000" kern="1200" dirty="0"/>
        </a:p>
      </dsp:txBody>
      <dsp:txXfrm>
        <a:off x="0" y="2562608"/>
        <a:ext cx="4438638" cy="861120"/>
      </dsp:txXfrm>
    </dsp:sp>
    <dsp:sp modelId="{27951C06-9C0E-6A4A-82DB-89FA3E80D228}">
      <dsp:nvSpPr>
        <dsp:cNvPr id="0" name=""/>
        <dsp:cNvSpPr/>
      </dsp:nvSpPr>
      <dsp:spPr>
        <a:xfrm>
          <a:off x="0" y="3423728"/>
          <a:ext cx="4438638" cy="311805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Deadline:</a:t>
          </a:r>
        </a:p>
      </dsp:txBody>
      <dsp:txXfrm>
        <a:off x="15221" y="3438949"/>
        <a:ext cx="4408196" cy="281363"/>
      </dsp:txXfrm>
    </dsp:sp>
    <dsp:sp modelId="{61479623-44F4-4444-8BFE-C04D8A374D0B}">
      <dsp:nvSpPr>
        <dsp:cNvPr id="0" name=""/>
        <dsp:cNvSpPr/>
      </dsp:nvSpPr>
      <dsp:spPr>
        <a:xfrm>
          <a:off x="0" y="3735533"/>
          <a:ext cx="4438638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kern="1200" dirty="0"/>
            <a:t>By Project Information Submission Deadline</a:t>
          </a:r>
        </a:p>
      </dsp:txBody>
      <dsp:txXfrm>
        <a:off x="0" y="3735533"/>
        <a:ext cx="4438638" cy="2152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91C93-86D6-B74F-ADF8-0356F9793C46}">
      <dsp:nvSpPr>
        <dsp:cNvPr id="0" name=""/>
        <dsp:cNvSpPr/>
      </dsp:nvSpPr>
      <dsp:spPr>
        <a:xfrm>
          <a:off x="0" y="1113815"/>
          <a:ext cx="5398226" cy="52447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8962" tIns="187452" rIns="41896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/>
            <a:t>All requests, evaluations, and meetings are arranged </a:t>
          </a:r>
          <a:r>
            <a:rPr lang="en-CA" sz="900" b="1" kern="1200"/>
            <a:t>through this representative</a:t>
          </a:r>
          <a:r>
            <a:rPr lang="en-CA" sz="900" kern="1200"/>
            <a:t>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/>
            <a:t>APEGA membership (EIT or PEng) is strongly </a:t>
          </a:r>
          <a:r>
            <a:rPr lang="en-CA" sz="900" u="sng" kern="1200"/>
            <a:t>recommended.</a:t>
          </a:r>
          <a:endParaRPr lang="en-US" sz="900" kern="1200"/>
        </a:p>
      </dsp:txBody>
      <dsp:txXfrm>
        <a:off x="0" y="1113815"/>
        <a:ext cx="5398226" cy="524474"/>
      </dsp:txXfrm>
    </dsp:sp>
    <dsp:sp modelId="{F875E949-527F-4240-A834-E4BEA27A818C}">
      <dsp:nvSpPr>
        <dsp:cNvPr id="0" name=""/>
        <dsp:cNvSpPr/>
      </dsp:nvSpPr>
      <dsp:spPr>
        <a:xfrm>
          <a:off x="269911" y="980975"/>
          <a:ext cx="3778758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828" tIns="0" rIns="14282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b="1" kern="1200"/>
            <a:t>Assignment:</a:t>
          </a:r>
          <a:r>
            <a:rPr lang="en-CA" sz="900" kern="1200"/>
            <a:t>  The sponsor must </a:t>
          </a:r>
          <a:r>
            <a:rPr lang="en-CA" sz="900" b="1" kern="1200"/>
            <a:t>assign the sponsor representative</a:t>
          </a:r>
          <a:r>
            <a:rPr lang="en-CA" sz="900" kern="1200"/>
            <a:t>. </a:t>
          </a:r>
          <a:endParaRPr lang="en-US" sz="900" kern="1200"/>
        </a:p>
      </dsp:txBody>
      <dsp:txXfrm>
        <a:off x="282880" y="993944"/>
        <a:ext cx="3752820" cy="239742"/>
      </dsp:txXfrm>
    </dsp:sp>
    <dsp:sp modelId="{30691177-287B-9D41-B2C4-D87342452C4A}">
      <dsp:nvSpPr>
        <dsp:cNvPr id="0" name=""/>
        <dsp:cNvSpPr/>
      </dsp:nvSpPr>
      <dsp:spPr>
        <a:xfrm>
          <a:off x="0" y="1819730"/>
          <a:ext cx="5398226" cy="13607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8962" tIns="187452" rIns="41896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/>
            <a:t>Keep the sponsor </a:t>
          </a:r>
          <a:r>
            <a:rPr lang="en-CA" sz="900" b="1" kern="1200"/>
            <a:t>involved in scoping and solution design</a:t>
          </a:r>
          <a:r>
            <a:rPr lang="en-CA" sz="900" kern="1200"/>
            <a:t> to avoid surprises.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b="1" kern="1200"/>
            <a:t>Meet at least once</a:t>
          </a:r>
          <a:r>
            <a:rPr lang="en-CA" sz="900" kern="1200"/>
            <a:t> with the sponsor </a:t>
          </a:r>
          <a:r>
            <a:rPr lang="en-CA" sz="900" b="1" kern="1200"/>
            <a:t>before finalizing the design roadmap</a:t>
          </a:r>
          <a:r>
            <a:rPr lang="en-CA" sz="900" kern="1200"/>
            <a:t>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/>
            <a:t>Meet/consult </a:t>
          </a:r>
          <a:r>
            <a:rPr lang="en-CA" sz="900" b="1" kern="1200"/>
            <a:t>as often as necessary</a:t>
          </a:r>
          <a:r>
            <a:rPr lang="en-CA" sz="900" kern="1200"/>
            <a:t>, while respecting the representative’s schedule.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b="1" kern="1200"/>
            <a:t>Share copies of team reports</a:t>
          </a:r>
          <a:r>
            <a:rPr lang="en-CA" sz="900" kern="1200"/>
            <a:t> with the sponsor representative for their information (they </a:t>
          </a:r>
          <a:r>
            <a:rPr lang="en-CA" sz="900" b="1" kern="1200"/>
            <a:t>do not mark</a:t>
          </a:r>
          <a:r>
            <a:rPr lang="en-CA" sz="900" kern="1200"/>
            <a:t> your reports).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/>
            <a:t>Sponsor representative </a:t>
          </a:r>
          <a:r>
            <a:rPr lang="en-CA" sz="900" b="1" kern="1200" dirty="0"/>
            <a:t>evaluations are part of your grade</a:t>
          </a:r>
          <a:r>
            <a:rPr lang="en-CA" sz="900" kern="1200" dirty="0"/>
            <a:t>. They can evaluate fairly </a:t>
          </a:r>
          <a:r>
            <a:rPr lang="en-CA" sz="900" b="1" kern="1200" dirty="0"/>
            <a:t>only if you keep them informed</a:t>
          </a:r>
          <a:r>
            <a:rPr lang="en-CA" sz="900" kern="1200" dirty="0"/>
            <a:t> throughout.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Must attend all evaluation sessions.</a:t>
          </a:r>
        </a:p>
      </dsp:txBody>
      <dsp:txXfrm>
        <a:off x="0" y="1819730"/>
        <a:ext cx="5398226" cy="1360799"/>
      </dsp:txXfrm>
    </dsp:sp>
    <dsp:sp modelId="{E9E51393-E501-8E4F-87C1-DFF326DAC602}">
      <dsp:nvSpPr>
        <dsp:cNvPr id="0" name=""/>
        <dsp:cNvSpPr/>
      </dsp:nvSpPr>
      <dsp:spPr>
        <a:xfrm>
          <a:off x="269911" y="1686890"/>
          <a:ext cx="3778758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828" tIns="0" rIns="14282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b="1" kern="1200"/>
            <a:t>Engagement expectations:</a:t>
          </a:r>
          <a:endParaRPr lang="en-US" sz="900" kern="1200"/>
        </a:p>
      </dsp:txBody>
      <dsp:txXfrm>
        <a:off x="282880" y="1699859"/>
        <a:ext cx="3752820" cy="239742"/>
      </dsp:txXfrm>
    </dsp:sp>
    <dsp:sp modelId="{197F4BB2-759A-5747-8E80-55F294A3C74C}">
      <dsp:nvSpPr>
        <dsp:cNvPr id="0" name=""/>
        <dsp:cNvSpPr/>
      </dsp:nvSpPr>
      <dsp:spPr>
        <a:xfrm>
          <a:off x="0" y="3361970"/>
          <a:ext cx="5398226" cy="80797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8962" tIns="187452" rIns="41896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/>
            <a:t>An </a:t>
          </a:r>
          <a:r>
            <a:rPr lang="en-CA" sz="900" b="1" kern="1200"/>
            <a:t>unsatisfied sponsor is not an option</a:t>
          </a:r>
          <a:r>
            <a:rPr lang="en-CA" sz="900" kern="1200"/>
            <a:t>. 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/>
            <a:t>Do your best to keep the sponsor informed and satisfied. 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b="1" kern="1200"/>
            <a:t>Escalate serious issues early</a:t>
          </a:r>
          <a:r>
            <a:rPr lang="en-CA" sz="900" kern="1200"/>
            <a:t> to the TA</a:t>
          </a:r>
          <a:r>
            <a:rPr lang="en-CA" sz="900" kern="1200">
              <a:sym typeface="Wingdings" panose="05000000000000000000" pitchFamily="2" charset="2"/>
            </a:rPr>
            <a:t></a:t>
          </a:r>
          <a:r>
            <a:rPr lang="en-CA" sz="900" kern="1200"/>
            <a:t>course instructor if they cannot be resolved promptly and reasonably between the team and the sponsor.</a:t>
          </a:r>
          <a:endParaRPr lang="en-US" sz="900" kern="1200"/>
        </a:p>
      </dsp:txBody>
      <dsp:txXfrm>
        <a:off x="0" y="3361970"/>
        <a:ext cx="5398226" cy="807974"/>
      </dsp:txXfrm>
    </dsp:sp>
    <dsp:sp modelId="{7AA0E0B6-B62D-A04A-94BB-C2CDC3A36637}">
      <dsp:nvSpPr>
        <dsp:cNvPr id="0" name=""/>
        <dsp:cNvSpPr/>
      </dsp:nvSpPr>
      <dsp:spPr>
        <a:xfrm>
          <a:off x="269911" y="3229130"/>
          <a:ext cx="3778758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828" tIns="0" rIns="14282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b="1" kern="1200"/>
            <a:t>If issues arise:</a:t>
          </a:r>
          <a:r>
            <a:rPr lang="en-CA" sz="900" kern="1200"/>
            <a:t> </a:t>
          </a:r>
          <a:endParaRPr lang="en-US" sz="900" kern="1200"/>
        </a:p>
      </dsp:txBody>
      <dsp:txXfrm>
        <a:off x="282880" y="3242099"/>
        <a:ext cx="3752820" cy="23974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B482F-B222-9546-9749-1388ABE88ACC}">
      <dsp:nvSpPr>
        <dsp:cNvPr id="0" name=""/>
        <dsp:cNvSpPr/>
      </dsp:nvSpPr>
      <dsp:spPr>
        <a:xfrm>
          <a:off x="0" y="6399"/>
          <a:ext cx="8229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Any </a:t>
          </a:r>
          <a:r>
            <a:rPr lang="en-CA" sz="2400" b="1" kern="1200"/>
            <a:t>academic member of the faculty within UCalgary</a:t>
          </a:r>
          <a:r>
            <a:rPr lang="en-CA" sz="2400" kern="1200"/>
            <a:t> with relevant expertise:</a:t>
          </a:r>
          <a:endParaRPr lang="en-US" sz="2400" kern="1200"/>
        </a:p>
      </dsp:txBody>
      <dsp:txXfrm>
        <a:off x="46606" y="53005"/>
        <a:ext cx="8136388" cy="861507"/>
      </dsp:txXfrm>
    </dsp:sp>
    <dsp:sp modelId="{8FA4BEBA-FD75-BE43-891A-105280DADAFB}">
      <dsp:nvSpPr>
        <dsp:cNvPr id="0" name=""/>
        <dsp:cNvSpPr/>
      </dsp:nvSpPr>
      <dsp:spPr>
        <a:xfrm>
          <a:off x="0" y="1030239"/>
          <a:ext cx="8229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kern="1200"/>
            <a:t>Any assistant professor, associate professor, professor, lecturer, senior lecturer</a:t>
          </a:r>
          <a:r>
            <a:rPr lang="en-CA" sz="2400" kern="1200"/>
            <a:t> (or equivalent teaching‑stream role).</a:t>
          </a:r>
          <a:endParaRPr lang="en-US" sz="2400" kern="1200"/>
        </a:p>
      </dsp:txBody>
      <dsp:txXfrm>
        <a:off x="46606" y="1076845"/>
        <a:ext cx="8136388" cy="861507"/>
      </dsp:txXfrm>
    </dsp:sp>
    <dsp:sp modelId="{5D41F671-0A53-7E41-93FF-51054ACACFC2}">
      <dsp:nvSpPr>
        <dsp:cNvPr id="0" name=""/>
        <dsp:cNvSpPr/>
      </dsp:nvSpPr>
      <dsp:spPr>
        <a:xfrm>
          <a:off x="0" y="1984959"/>
          <a:ext cx="8229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900" kern="1200"/>
            <a:t>The faculty member, a.k.a., academic, may </a:t>
          </a:r>
          <a:r>
            <a:rPr lang="en-CA" sz="1900" b="1" kern="1200"/>
            <a:t>designate a graduate student (PhD or Master’s)</a:t>
          </a:r>
          <a:r>
            <a:rPr lang="en-CA" sz="1900" kern="1200"/>
            <a:t> to act as the team’s advisor under their oversight.</a:t>
          </a:r>
          <a:endParaRPr lang="en-US" sz="1900" kern="1200"/>
        </a:p>
      </dsp:txBody>
      <dsp:txXfrm>
        <a:off x="0" y="1984959"/>
        <a:ext cx="8229600" cy="596160"/>
      </dsp:txXfrm>
    </dsp:sp>
    <dsp:sp modelId="{17C0AA0E-2713-5C48-9347-508D5B3B5AA7}">
      <dsp:nvSpPr>
        <dsp:cNvPr id="0" name=""/>
        <dsp:cNvSpPr/>
      </dsp:nvSpPr>
      <dsp:spPr>
        <a:xfrm>
          <a:off x="0" y="2581119"/>
          <a:ext cx="8229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The advisor does not necessarily have to be from ESE. Expertise is what matters.</a:t>
          </a:r>
          <a:endParaRPr lang="en-US" sz="2400" kern="1200"/>
        </a:p>
      </dsp:txBody>
      <dsp:txXfrm>
        <a:off x="46606" y="2627725"/>
        <a:ext cx="8136388" cy="861507"/>
      </dsp:txXfrm>
    </dsp:sp>
    <dsp:sp modelId="{7517DE52-6ECB-6544-BA2B-3DFC239A8B18}">
      <dsp:nvSpPr>
        <dsp:cNvPr id="0" name=""/>
        <dsp:cNvSpPr/>
      </dsp:nvSpPr>
      <dsp:spPr>
        <a:xfrm>
          <a:off x="0" y="3535839"/>
          <a:ext cx="8229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900" kern="1200"/>
            <a:t>Advisors may come from </a:t>
          </a:r>
          <a:r>
            <a:rPr lang="en-CA" sz="1900" b="1" kern="1200"/>
            <a:t>any relevant department across the University of Calgary</a:t>
          </a:r>
          <a:r>
            <a:rPr lang="en-CA" sz="1900" kern="1200"/>
            <a:t>, not only ESE.</a:t>
          </a:r>
          <a:endParaRPr lang="en-US" sz="1900" kern="1200"/>
        </a:p>
      </dsp:txBody>
      <dsp:txXfrm>
        <a:off x="0" y="3535839"/>
        <a:ext cx="8229600" cy="5961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824BC-FBF8-3E49-82C5-2C3C71534951}">
      <dsp:nvSpPr>
        <dsp:cNvPr id="0" name=""/>
        <dsp:cNvSpPr/>
      </dsp:nvSpPr>
      <dsp:spPr>
        <a:xfrm>
          <a:off x="0" y="64727"/>
          <a:ext cx="4438638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Keep the advisor </a:t>
          </a:r>
          <a:r>
            <a:rPr lang="en-CA" sz="1900" b="1" kern="1200"/>
            <a:t>in the loop</a:t>
          </a:r>
          <a:r>
            <a:rPr lang="en-CA" sz="1900" kern="1200"/>
            <a:t>: </a:t>
          </a:r>
          <a:endParaRPr lang="en-US" sz="1900" kern="1200"/>
        </a:p>
      </dsp:txBody>
      <dsp:txXfrm>
        <a:off x="51814" y="116541"/>
        <a:ext cx="4335010" cy="957778"/>
      </dsp:txXfrm>
    </dsp:sp>
    <dsp:sp modelId="{E4BCB9DE-6907-B547-ADB3-F1DBA32256BE}">
      <dsp:nvSpPr>
        <dsp:cNvPr id="0" name=""/>
        <dsp:cNvSpPr/>
      </dsp:nvSpPr>
      <dsp:spPr>
        <a:xfrm>
          <a:off x="0" y="1126133"/>
          <a:ext cx="4438638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500" kern="1200"/>
            <a:t>share your reports, like the </a:t>
          </a:r>
          <a:r>
            <a:rPr lang="en-CA" sz="1500" b="1" kern="1200"/>
            <a:t>design roadmap</a:t>
          </a:r>
          <a:r>
            <a:rPr lang="en-CA" sz="1500" kern="1200"/>
            <a:t>,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500" kern="1200"/>
            <a:t>major decisions, and updates.</a:t>
          </a:r>
          <a:endParaRPr lang="en-US" sz="1500" kern="1200"/>
        </a:p>
      </dsp:txBody>
      <dsp:txXfrm>
        <a:off x="0" y="1126133"/>
        <a:ext cx="4438638" cy="521122"/>
      </dsp:txXfrm>
    </dsp:sp>
    <dsp:sp modelId="{9FAEE007-913D-5F44-B924-AF7A13B6A478}">
      <dsp:nvSpPr>
        <dsp:cNvPr id="0" name=""/>
        <dsp:cNvSpPr/>
      </dsp:nvSpPr>
      <dsp:spPr>
        <a:xfrm>
          <a:off x="0" y="1647256"/>
          <a:ext cx="4438638" cy="1061406"/>
        </a:xfrm>
        <a:prstGeom prst="roundRect">
          <a:avLst/>
        </a:prstGeom>
        <a:solidFill>
          <a:schemeClr val="accent5">
            <a:hueOff val="426181"/>
            <a:satOff val="-5401"/>
            <a:lumOff val="-69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Consult them when making </a:t>
          </a:r>
          <a:r>
            <a:rPr lang="en-CA" sz="1900" b="1" kern="1200"/>
            <a:t>important design choices</a:t>
          </a:r>
          <a:endParaRPr lang="en-US" sz="1900" kern="1200"/>
        </a:p>
      </dsp:txBody>
      <dsp:txXfrm>
        <a:off x="51814" y="1699070"/>
        <a:ext cx="4335010" cy="957778"/>
      </dsp:txXfrm>
    </dsp:sp>
    <dsp:sp modelId="{0D6A9802-B642-2F42-BA0C-F27493D703E0}">
      <dsp:nvSpPr>
        <dsp:cNvPr id="0" name=""/>
        <dsp:cNvSpPr/>
      </dsp:nvSpPr>
      <dsp:spPr>
        <a:xfrm>
          <a:off x="0" y="2708663"/>
          <a:ext cx="4438638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2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500" kern="1200"/>
            <a:t>ensure they </a:t>
          </a:r>
          <a:r>
            <a:rPr lang="en-CA" sz="1500" b="1" kern="1200"/>
            <a:t>agree with the approach</a:t>
          </a:r>
          <a:r>
            <a:rPr lang="en-CA" sz="1500" kern="1200"/>
            <a:t>.</a:t>
          </a:r>
          <a:endParaRPr lang="en-US" sz="1500" kern="1200"/>
        </a:p>
      </dsp:txBody>
      <dsp:txXfrm>
        <a:off x="0" y="2708663"/>
        <a:ext cx="4438638" cy="314640"/>
      </dsp:txXfrm>
    </dsp:sp>
    <dsp:sp modelId="{BE91470D-0893-DA45-8DE3-96FCD5F160CF}">
      <dsp:nvSpPr>
        <dsp:cNvPr id="0" name=""/>
        <dsp:cNvSpPr/>
      </dsp:nvSpPr>
      <dsp:spPr>
        <a:xfrm>
          <a:off x="0" y="3023303"/>
          <a:ext cx="4438638" cy="1061406"/>
        </a:xfrm>
        <a:prstGeom prst="roundRect">
          <a:avLst/>
        </a:prstGeom>
        <a:solidFill>
          <a:schemeClr val="accent5">
            <a:hueOff val="852363"/>
            <a:satOff val="-10802"/>
            <a:lumOff val="-139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You may engage </a:t>
          </a:r>
          <a:r>
            <a:rPr lang="en-CA" sz="1900" b="1" kern="1200"/>
            <a:t>additional advisors</a:t>
          </a:r>
          <a:r>
            <a:rPr lang="en-CA" sz="1900" kern="1200"/>
            <a:t> (faculty or grad students) formally or informally if helpful. </a:t>
          </a:r>
          <a:endParaRPr lang="en-US" sz="1900" kern="1200"/>
        </a:p>
      </dsp:txBody>
      <dsp:txXfrm>
        <a:off x="51814" y="3075117"/>
        <a:ext cx="4335010" cy="9577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4CE96-184C-4599-9886-011BFC073130}">
      <dsp:nvSpPr>
        <dsp:cNvPr id="0" name=""/>
        <dsp:cNvSpPr/>
      </dsp:nvSpPr>
      <dsp:spPr>
        <a:xfrm>
          <a:off x="0" y="570077"/>
          <a:ext cx="8195871" cy="10461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2E7AA5-34FD-447D-B5AC-9580FD282819}">
      <dsp:nvSpPr>
        <dsp:cNvPr id="0" name=""/>
        <dsp:cNvSpPr/>
      </dsp:nvSpPr>
      <dsp:spPr>
        <a:xfrm>
          <a:off x="316461" y="805462"/>
          <a:ext cx="575385" cy="5753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3936B-071C-4821-BE31-10A7AE10D06D}">
      <dsp:nvSpPr>
        <dsp:cNvPr id="0" name=""/>
        <dsp:cNvSpPr/>
      </dsp:nvSpPr>
      <dsp:spPr>
        <a:xfrm>
          <a:off x="1208308" y="570077"/>
          <a:ext cx="3688141" cy="1046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18" tIns="110718" rIns="110718" bIns="11071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b="1" kern="1200"/>
            <a:t>Internal Team Contract</a:t>
          </a:r>
          <a:endParaRPr lang="en-US" sz="2500" kern="1200"/>
        </a:p>
      </dsp:txBody>
      <dsp:txXfrm>
        <a:off x="1208308" y="570077"/>
        <a:ext cx="3688141" cy="1046154"/>
      </dsp:txXfrm>
    </dsp:sp>
    <dsp:sp modelId="{D25FAAD8-F852-4301-B7CF-00C91A83BCF8}">
      <dsp:nvSpPr>
        <dsp:cNvPr id="0" name=""/>
        <dsp:cNvSpPr/>
      </dsp:nvSpPr>
      <dsp:spPr>
        <a:xfrm>
          <a:off x="4896450" y="570077"/>
          <a:ext cx="3298238" cy="1046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18" tIns="110718" rIns="110718" bIns="11071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b="1" kern="1200"/>
            <a:t>Use the provided template and customize it to reflect how your team will work (expectations, roles, consequences for not meeting expectations).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b="1" kern="1200"/>
            <a:t>Ensure every member signs and the contract matches the time‑on‑task expectation (~10 hours/week per student).</a:t>
          </a:r>
          <a:endParaRPr lang="en-US" sz="1100" kern="1200"/>
        </a:p>
      </dsp:txBody>
      <dsp:txXfrm>
        <a:off x="4896450" y="570077"/>
        <a:ext cx="3298238" cy="1046154"/>
      </dsp:txXfrm>
    </dsp:sp>
    <dsp:sp modelId="{B88DEDAC-C086-4804-9DB6-41DCE53BC4B6}">
      <dsp:nvSpPr>
        <dsp:cNvPr id="0" name=""/>
        <dsp:cNvSpPr/>
      </dsp:nvSpPr>
      <dsp:spPr>
        <a:xfrm>
          <a:off x="0" y="1877771"/>
          <a:ext cx="8195871" cy="10461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9FA9F-72F5-44E7-B086-20CC92215A7E}">
      <dsp:nvSpPr>
        <dsp:cNvPr id="0" name=""/>
        <dsp:cNvSpPr/>
      </dsp:nvSpPr>
      <dsp:spPr>
        <a:xfrm>
          <a:off x="316461" y="2113156"/>
          <a:ext cx="575385" cy="5753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5E1EB-CD03-497A-9B18-57BF0ADAF79D}">
      <dsp:nvSpPr>
        <dsp:cNvPr id="0" name=""/>
        <dsp:cNvSpPr/>
      </dsp:nvSpPr>
      <dsp:spPr>
        <a:xfrm>
          <a:off x="1208308" y="1877771"/>
          <a:ext cx="3688141" cy="1046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18" tIns="110718" rIns="110718" bIns="11071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b="1" kern="1200"/>
            <a:t>Sponsor-Team Contract</a:t>
          </a:r>
          <a:endParaRPr lang="en-US" sz="2500" kern="1200"/>
        </a:p>
      </dsp:txBody>
      <dsp:txXfrm>
        <a:off x="1208308" y="1877771"/>
        <a:ext cx="3688141" cy="1046154"/>
      </dsp:txXfrm>
    </dsp:sp>
    <dsp:sp modelId="{00A62B16-74D8-40D3-98C4-62D6420DC4D4}">
      <dsp:nvSpPr>
        <dsp:cNvPr id="0" name=""/>
        <dsp:cNvSpPr/>
      </dsp:nvSpPr>
      <dsp:spPr>
        <a:xfrm>
          <a:off x="4896450" y="1877771"/>
          <a:ext cx="3298238" cy="1046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18" tIns="110718" rIns="110718" bIns="11071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100" b="1" kern="1200"/>
            <a:t>Use the provided template and complete it and submit by the Team Contracts deadline.</a:t>
          </a:r>
          <a:endParaRPr lang="en-US" sz="1100" kern="1200"/>
        </a:p>
      </dsp:txBody>
      <dsp:txXfrm>
        <a:off x="4896450" y="1877771"/>
        <a:ext cx="3298238" cy="1046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93CE5-F80D-BA4F-A3AC-F60453A82B60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00964-B5C1-374D-8CBD-26DECFC322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9140" y="2958550"/>
            <a:ext cx="6731101" cy="1038296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9140" y="3996845"/>
            <a:ext cx="6731101" cy="51709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C895-5309-416C-8580-CB534505B876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91707-747E-C946-9ECD-54E2551B1C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2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00" y="966738"/>
            <a:ext cx="8229600" cy="4138399"/>
          </a:xfrm>
        </p:spPr>
        <p:txBody>
          <a:bodyPr/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28D9-D5AC-4221-9B95-93BD7858F644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91707-747E-C946-9ECD-54E2551B1C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3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58472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lang="en-CA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dirty="0"/>
              <a:t>Click to edit Master text styles</a:t>
            </a:r>
          </a:p>
          <a:p>
            <a:pPr marL="742950" lvl="1" indent="-285750" algn="l" defTabSz="457200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90000"/>
              <a:buFont typeface="Calibri" pitchFamily="34" charset="0"/>
              <a:buChar char="—"/>
            </a:pPr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58472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E5064-057D-44A7-8A04-F39E25B39297}" type="datetime1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91707-747E-C946-9ECD-54E2551B1C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1732"/>
            <a:ext cx="5486400" cy="30479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D03-6F07-49BB-B753-674C4A183EC7}" type="datetime1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91707-747E-C946-9ECD-54E2551B1C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0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0038" y="2"/>
            <a:ext cx="7346763" cy="661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0" y="1050078"/>
            <a:ext cx="8229600" cy="4055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2" y="5296959"/>
            <a:ext cx="104563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364B0-10F1-4BD0-9AC5-A0A654B4885F}" type="datetime1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32001" y="5296959"/>
            <a:ext cx="5323416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74000" y="5296959"/>
            <a:ext cx="862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91707-747E-C946-9ECD-54E2551B1C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3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</p:sldLayoutIdLst>
  <p:hf sldNum="0" hdr="0" dt="0"/>
  <p:txStyles>
    <p:titleStyle>
      <a:lvl1pPr algn="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FF0000"/>
        </a:buClr>
        <a:buFont typeface="Wingdings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SzPct val="90000"/>
        <a:buFont typeface="Calibri" pitchFamily="34" charset="0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Wingdings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Calibri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5860" y="2410151"/>
            <a:ext cx="5652601" cy="819676"/>
          </a:xfrm>
        </p:spPr>
        <p:txBody>
          <a:bodyPr/>
          <a:lstStyle/>
          <a:p>
            <a:r>
              <a:rPr lang="en-US" dirty="0"/>
              <a:t>ENEL 500: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25860" y="3205648"/>
            <a:ext cx="5652601" cy="51709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Click to add sub-title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12097" y="3841422"/>
            <a:ext cx="369206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solidFill>
                  <a:srgbClr val="FFFFFF"/>
                </a:solidFill>
                <a:cs typeface="Calibri"/>
              </a:rPr>
              <a:t>Dr. Hamid Zareipour</a:t>
            </a:r>
          </a:p>
          <a:p>
            <a:r>
              <a:rPr lang="en-CA" sz="1400" dirty="0">
                <a:solidFill>
                  <a:srgbClr val="FFFFFF"/>
                </a:solidFill>
                <a:ea typeface="+mn-lt"/>
                <a:cs typeface="+mn-lt"/>
              </a:rPr>
              <a:t>Professor</a:t>
            </a:r>
          </a:p>
          <a:p>
            <a:r>
              <a:rPr lang="en-CA" sz="1400" dirty="0">
                <a:solidFill>
                  <a:srgbClr val="FFFFFF"/>
                </a:solidFill>
                <a:ea typeface="+mn-lt"/>
                <a:cs typeface="+mn-lt"/>
              </a:rPr>
              <a:t>https://</a:t>
            </a:r>
            <a:r>
              <a:rPr lang="en-CA" sz="1400" dirty="0" err="1">
                <a:solidFill>
                  <a:srgbClr val="FFFFFF"/>
                </a:solidFill>
                <a:ea typeface="+mn-lt"/>
                <a:cs typeface="+mn-lt"/>
              </a:rPr>
              <a:t>gridforesight.ca</a:t>
            </a:r>
            <a:endParaRPr lang="en-CA" sz="14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CA" sz="14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6403" y="1917849"/>
            <a:ext cx="505467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Electrical and 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3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127374"/>
            <a:ext cx="2468166" cy="2043906"/>
          </a:xfrm>
        </p:spPr>
        <p:txBody>
          <a:bodyPr anchor="ctr">
            <a:normAutofit/>
          </a:bodyPr>
          <a:lstStyle/>
          <a:p>
            <a:r>
              <a:rPr lang="en-US"/>
              <a:t>About 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A45B2-8540-49DF-9C45-50835B322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90" b="7468"/>
          <a:stretch>
            <a:fillRect/>
          </a:stretch>
        </p:blipFill>
        <p:spPr>
          <a:xfrm>
            <a:off x="20" y="10"/>
            <a:ext cx="9143980" cy="3092167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4A3E48-C8CD-7731-F242-A35379A0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127375"/>
            <a:ext cx="5614060" cy="204390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/>
              <a:t>Joined uCalgary in January 2007.</a:t>
            </a:r>
          </a:p>
          <a:p>
            <a:pPr>
              <a:lnSpc>
                <a:spcPct val="90000"/>
              </a:lnSpc>
            </a:pPr>
            <a:r>
              <a:rPr lang="en-US" sz="1200"/>
              <a:t>My research and teaching is focused on optimization,  operation and planning of electrical power grids.</a:t>
            </a:r>
          </a:p>
          <a:p>
            <a:pPr lvl="1">
              <a:lnSpc>
                <a:spcPct val="90000"/>
              </a:lnSpc>
            </a:pPr>
            <a:endParaRPr lang="en-US" sz="1200"/>
          </a:p>
          <a:p>
            <a:pPr>
              <a:lnSpc>
                <a:spcPct val="90000"/>
              </a:lnSpc>
            </a:pPr>
            <a:r>
              <a:rPr lang="en-US" sz="1200"/>
              <a:t>Took over the capstone course in 2013, redesigned it into what we have now based on student/industry/business community feedback. </a:t>
            </a:r>
          </a:p>
          <a:p>
            <a:pPr>
              <a:lnSpc>
                <a:spcPct val="90000"/>
              </a:lnSpc>
            </a:pPr>
            <a:r>
              <a:rPr lang="en-US" sz="1200"/>
              <a:t>Founding instructor of:</a:t>
            </a:r>
          </a:p>
          <a:p>
            <a:pPr lvl="1">
              <a:lnSpc>
                <a:spcPct val="90000"/>
              </a:lnSpc>
            </a:pPr>
            <a:r>
              <a:rPr lang="en-US" sz="1200"/>
              <a:t>ENEL 500: Industry Sponsored Capstone</a:t>
            </a:r>
          </a:p>
          <a:p>
            <a:pPr lvl="1">
              <a:lnSpc>
                <a:spcPct val="90000"/>
              </a:lnSpc>
            </a:pPr>
            <a:r>
              <a:rPr lang="en-US" sz="1200"/>
              <a:t>ENGG 501/502 (Multidisciplinary Capstone), and</a:t>
            </a:r>
          </a:p>
          <a:p>
            <a:pPr lvl="1">
              <a:lnSpc>
                <a:spcPct val="90000"/>
              </a:lnSpc>
            </a:pPr>
            <a:r>
              <a:rPr lang="en-US" sz="1200"/>
              <a:t>ENGG 503/504 (Entrepreneurial Capstone)</a:t>
            </a:r>
          </a:p>
          <a:p>
            <a:pPr>
              <a:lnSpc>
                <a:spcPct val="90000"/>
              </a:lnSpc>
            </a:pPr>
            <a:endParaRPr lang="en-US" sz="1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5296958"/>
            <a:ext cx="3086100" cy="30427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9984D4A-8ECB-423B-B56B-919FEB47DF8A}" type="slidenum"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E233E665-4199-CD68-FC4C-BCBA2A281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6" r="18668" b="3"/>
          <a:stretch>
            <a:fillRect/>
          </a:stretch>
        </p:blipFill>
        <p:spPr>
          <a:xfrm>
            <a:off x="4632324" y="10"/>
            <a:ext cx="4511676" cy="3266693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</p:spPr>
      </p:pic>
      <p:pic>
        <p:nvPicPr>
          <p:cNvPr id="6" name="Content Placeholder 5" descr="A person standing on a mountain&#10;&#10;AI-generated content may be incorrect.">
            <a:extLst>
              <a:ext uri="{FF2B5EF4-FFF2-40B4-BE49-F238E27FC236}">
                <a16:creationId xmlns:a16="http://schemas.microsoft.com/office/drawing/2014/main" id="{43EC0156-9FC0-C8DE-3FE8-8678E899B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66" r="21540"/>
          <a:stretch>
            <a:fillRect/>
          </a:stretch>
        </p:blipFill>
        <p:spPr>
          <a:xfrm>
            <a:off x="20" y="3391646"/>
            <a:ext cx="2651478" cy="2323353"/>
          </a:xfrm>
          <a:prstGeom prst="rect">
            <a:avLst/>
          </a:prstGeom>
        </p:spPr>
      </p:pic>
      <p:pic>
        <p:nvPicPr>
          <p:cNvPr id="20" name="Picture 19" descr="Meat on skewers cooking on a grill&#10;&#10;AI-generated content may be incorrect.">
            <a:extLst>
              <a:ext uri="{FF2B5EF4-FFF2-40B4-BE49-F238E27FC236}">
                <a16:creationId xmlns:a16="http://schemas.microsoft.com/office/drawing/2014/main" id="{0CF01726-3A14-A79F-D665-B52B9C911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" r="9699" b="-3"/>
          <a:stretch>
            <a:fillRect/>
          </a:stretch>
        </p:blipFill>
        <p:spPr>
          <a:xfrm>
            <a:off x="2772149" y="2714313"/>
            <a:ext cx="3591820" cy="3000687"/>
          </a:xfrm>
          <a:prstGeom prst="rect">
            <a:avLst/>
          </a:prstGeom>
        </p:spPr>
      </p:pic>
      <p:pic>
        <p:nvPicPr>
          <p:cNvPr id="22" name="Picture 21" descr="A person swimming in the water&#10;&#10;AI-generated content may be incorrect.">
            <a:extLst>
              <a:ext uri="{FF2B5EF4-FFF2-40B4-BE49-F238E27FC236}">
                <a16:creationId xmlns:a16="http://schemas.microsoft.com/office/drawing/2014/main" id="{223476B6-9A7E-3331-AAE7-5761E29D1D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98" r="5416" b="3"/>
          <a:stretch>
            <a:fillRect/>
          </a:stretch>
        </p:blipFill>
        <p:spPr>
          <a:xfrm>
            <a:off x="20" y="10"/>
            <a:ext cx="4511656" cy="3266693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10" name="Picture 9" descr="A person standing next to a bicycle&#10;&#10;AI-generated content may be incorrect.">
            <a:extLst>
              <a:ext uri="{FF2B5EF4-FFF2-40B4-BE49-F238E27FC236}">
                <a16:creationId xmlns:a16="http://schemas.microsoft.com/office/drawing/2014/main" id="{4CA646E9-BB01-C13F-F375-9B044F9802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60" r="21654"/>
          <a:stretch>
            <a:fillRect/>
          </a:stretch>
        </p:blipFill>
        <p:spPr>
          <a:xfrm>
            <a:off x="6484620" y="3391646"/>
            <a:ext cx="2659380" cy="23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0FE2D22C-409B-48AF-B24F-7988A8F7F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789013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7D3CB-04B1-5D49-A8A0-FB0A1A7E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587" y="291386"/>
            <a:ext cx="4384178" cy="1365314"/>
          </a:xfrm>
        </p:spPr>
        <p:txBody>
          <a:bodyPr anchor="b">
            <a:normAutofit/>
          </a:bodyPr>
          <a:lstStyle/>
          <a:p>
            <a:r>
              <a:rPr lang="en-US" sz="3800"/>
              <a:t>What is ENEL 500?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1675" y="5116259"/>
            <a:ext cx="43688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476788" y="725901"/>
            <a:ext cx="436880" cy="88975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6888" y="333062"/>
            <a:ext cx="3485526" cy="48416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Rolled blueprint designs">
            <a:extLst>
              <a:ext uri="{FF2B5EF4-FFF2-40B4-BE49-F238E27FC236}">
                <a16:creationId xmlns:a16="http://schemas.microsoft.com/office/drawing/2014/main" id="{F012DB76-3F1F-6C24-8B5F-51C04ED08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42" r="1809" b="3"/>
          <a:stretch>
            <a:fillRect/>
          </a:stretch>
        </p:blipFill>
        <p:spPr>
          <a:xfrm>
            <a:off x="401332" y="523295"/>
            <a:ext cx="3176637" cy="4461144"/>
          </a:xfrm>
          <a:prstGeom prst="rect">
            <a:avLst/>
          </a:prstGeom>
        </p:spPr>
      </p:pic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63AF701B-A790-C849-962D-91C93F430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696" y="2183867"/>
            <a:ext cx="4378313" cy="251975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en-CA" sz="1400"/>
              <a:t>Two‑term, team‑based engineering design project tackling a real problem.</a:t>
            </a:r>
          </a:p>
          <a:p>
            <a:pPr>
              <a:lnSpc>
                <a:spcPct val="90000"/>
              </a:lnSpc>
              <a:defRPr sz="1800"/>
            </a:pPr>
            <a:r>
              <a:rPr lang="en-CA" sz="1400"/>
              <a:t>Emphasis on engineering design &amp; professionalism:</a:t>
            </a:r>
          </a:p>
          <a:p>
            <a:pPr lvl="1">
              <a:lnSpc>
                <a:spcPct val="90000"/>
              </a:lnSpc>
              <a:defRPr sz="1800"/>
            </a:pPr>
            <a:r>
              <a:rPr lang="en-CA" sz="1400"/>
              <a:t>Problem scoping, requirements, constraints, safety, ethics</a:t>
            </a:r>
          </a:p>
          <a:p>
            <a:pPr lvl="1">
              <a:lnSpc>
                <a:spcPct val="90000"/>
              </a:lnSpc>
              <a:defRPr sz="1800"/>
            </a:pPr>
            <a:r>
              <a:rPr lang="en-CA" sz="1400"/>
              <a:t>Analysis, prototyping (when feasible), testing &amp; validation</a:t>
            </a:r>
          </a:p>
          <a:p>
            <a:pPr lvl="1">
              <a:lnSpc>
                <a:spcPct val="90000"/>
              </a:lnSpc>
              <a:defRPr sz="1800"/>
            </a:pPr>
            <a:r>
              <a:rPr lang="en-CA" sz="1400"/>
              <a:t>Communication with stakeholders and documentation</a:t>
            </a:r>
          </a:p>
          <a:p>
            <a:pPr>
              <a:lnSpc>
                <a:spcPct val="90000"/>
              </a:lnSpc>
              <a:defRPr sz="1800"/>
            </a:pPr>
            <a:r>
              <a:rPr lang="en-CA" sz="1400"/>
              <a:t>Grades reflect both team outcomes and individual contributions (peer evaluations).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57EBD-4893-9E40-9FB4-796CA72C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6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71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929F3-00F3-F8C6-531B-F9C9846A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6414"/>
            <a:ext cx="2400300" cy="35317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course suits you? </a:t>
            </a: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69096"/>
            <a:ext cx="1432689" cy="591384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960173"/>
            <a:ext cx="273765" cy="3041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960173"/>
            <a:ext cx="273765" cy="304184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616608"/>
            <a:ext cx="731374" cy="812642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772FE-CCE8-EF79-24AD-07C3E8B47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8294" y="5296958"/>
            <a:ext cx="3299049" cy="304271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0259CF1-0F51-418C-5DEA-9B861FBFD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899698"/>
              </p:ext>
            </p:extLst>
          </p:nvPr>
        </p:nvGraphicFramePr>
        <p:xfrm>
          <a:off x="4113104" y="397950"/>
          <a:ext cx="4726201" cy="4899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5817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779889"/>
            <a:ext cx="2468880" cy="2667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519395"/>
            <a:ext cx="8178790" cy="4673235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5AE50-D9EF-4279-9D04-193459B5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875495"/>
            <a:ext cx="6056111" cy="134874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/>
              <a:t>What counts as an industry-sponsored project?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3F1EA-AF6B-E1AD-F3E1-61D9D1F1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2705363"/>
            <a:ext cx="4205910" cy="304271"/>
          </a:xfrm>
        </p:spPr>
        <p:txBody>
          <a:bodyPr anchor="t">
            <a:normAutofit/>
          </a:bodyPr>
          <a:lstStyle/>
          <a:p>
            <a:pPr algn="l"/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5313-4CDB-66AC-9F4F-4BB29E803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474557"/>
            <a:ext cx="6056111" cy="2333663"/>
          </a:xfrm>
        </p:spPr>
        <p:txBody>
          <a:bodyPr anchor="t">
            <a:normAutofit/>
          </a:bodyPr>
          <a:lstStyle/>
          <a:p>
            <a:r>
              <a:rPr lang="en-CA" sz="1900"/>
              <a:t>A project </a:t>
            </a:r>
            <a:r>
              <a:rPr lang="en-CA" sz="1900" b="1"/>
              <a:t>jointly defined and scoped</a:t>
            </a:r>
            <a:r>
              <a:rPr lang="en-CA" sz="1900"/>
              <a:t> by your team and an external </a:t>
            </a:r>
            <a:r>
              <a:rPr lang="en-CA" sz="1900" b="1"/>
              <a:t>industry sponsor</a:t>
            </a:r>
            <a:r>
              <a:rPr lang="en-CA" sz="1900"/>
              <a:t> to solve a real problem in the sponsor’s line of work. The deliverable must be </a:t>
            </a:r>
            <a:r>
              <a:rPr lang="en-CA" sz="1900" b="1"/>
              <a:t>directly relevant</a:t>
            </a:r>
            <a:r>
              <a:rPr lang="en-CA" sz="1900"/>
              <a:t> to the sponsor and </a:t>
            </a:r>
            <a:r>
              <a:rPr lang="en-CA" sz="1900" b="1"/>
              <a:t>within the technical scope of Electrical &amp; Software Engineering (ESE).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1484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779889"/>
            <a:ext cx="2468880" cy="2667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519395"/>
            <a:ext cx="8178790" cy="4673235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52534-6EFD-F73C-310C-634603F9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875495"/>
            <a:ext cx="6056111" cy="1348741"/>
          </a:xfrm>
        </p:spPr>
        <p:txBody>
          <a:bodyPr anchor="ctr">
            <a:normAutofit/>
          </a:bodyPr>
          <a:lstStyle/>
          <a:p>
            <a:r>
              <a:rPr lang="en-CA" sz="5700" b="1"/>
              <a:t>Who can sponsor?</a:t>
            </a:r>
            <a:endParaRPr lang="en-US" sz="57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EF673-594F-2FCB-40C9-1175E32B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2705363"/>
            <a:ext cx="4205910" cy="304271"/>
          </a:xfrm>
        </p:spPr>
        <p:txBody>
          <a:bodyPr anchor="t">
            <a:normAutofit/>
          </a:bodyPr>
          <a:lstStyle/>
          <a:p>
            <a:pPr algn="l"/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E497-010E-9A0F-61CC-6CA2AF295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224237"/>
            <a:ext cx="6394301" cy="2583984"/>
          </a:xfrm>
        </p:spPr>
        <p:txBody>
          <a:bodyPr anchor="t">
            <a:normAutofit/>
          </a:bodyPr>
          <a:lstStyle/>
          <a:p>
            <a:r>
              <a:rPr lang="en-CA" sz="1900" dirty="0"/>
              <a:t>Any organization whose problem aligns with ESE knowledge: engineering and high-tech firms, utilities, oil &amp; gas, food and health sectors, public institutions, and research labs. Sponsors </a:t>
            </a:r>
            <a:r>
              <a:rPr lang="en-CA" sz="1900" b="1" dirty="0"/>
              <a:t>do not need to be in Alberta</a:t>
            </a:r>
            <a:r>
              <a:rPr lang="en-CA" sz="1900" dirty="0"/>
              <a:t>; </a:t>
            </a:r>
            <a:r>
              <a:rPr lang="en-CA" sz="1900" b="1" dirty="0"/>
              <a:t>local sponsors are preferred</a:t>
            </a:r>
            <a:r>
              <a:rPr lang="en-CA" sz="1900" dirty="0"/>
              <a:t> for easier meetings and communication.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78012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779889"/>
            <a:ext cx="2468880" cy="2667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519395"/>
            <a:ext cx="8178790" cy="4673235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70684-8F2D-73B4-0E3A-24494DD8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875495"/>
            <a:ext cx="6056111" cy="134874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4800" b="1"/>
              <a:t>How to find a sponsor?</a:t>
            </a:r>
            <a:endParaRPr lang="en-US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F7C9A-C1F6-21FB-CBB7-43092F35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2705363"/>
            <a:ext cx="4205910" cy="304271"/>
          </a:xfrm>
        </p:spPr>
        <p:txBody>
          <a:bodyPr anchor="t">
            <a:normAutofit/>
          </a:bodyPr>
          <a:lstStyle/>
          <a:p>
            <a:pPr algn="l"/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70D6A-3A09-3D1B-9099-449DC7B78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474557"/>
            <a:ext cx="6056111" cy="2333663"/>
          </a:xfrm>
        </p:spPr>
        <p:txBody>
          <a:bodyPr anchor="t">
            <a:normAutofit/>
          </a:bodyPr>
          <a:lstStyle/>
          <a:p>
            <a:r>
              <a:rPr lang="en-CA" sz="1800" b="1"/>
              <a:t>Previous employers</a:t>
            </a:r>
            <a:r>
              <a:rPr lang="en-CA" sz="1800"/>
              <a:t> (internships, co-ops, summer jobs).</a:t>
            </a:r>
          </a:p>
          <a:p>
            <a:r>
              <a:rPr lang="en-CA" sz="1800" b="1"/>
              <a:t>Professional &amp; personal networks</a:t>
            </a:r>
            <a:r>
              <a:rPr lang="en-CA" sz="1800"/>
              <a:t> (friends, relatives, classmates, community contacts).</a:t>
            </a:r>
          </a:p>
          <a:p>
            <a:r>
              <a:rPr lang="en-CA" sz="1800" b="1"/>
              <a:t>Internships:</a:t>
            </a:r>
            <a:r>
              <a:rPr lang="en-CA" sz="1800"/>
              <a:t> your host company may sponsor next year’s capstone.</a:t>
            </a:r>
          </a:p>
          <a:p>
            <a:r>
              <a:rPr lang="en-CA" sz="1800" b="1"/>
              <a:t>Help each other:</a:t>
            </a:r>
            <a:r>
              <a:rPr lang="en-CA" sz="1800"/>
              <a:t> if your internship employer isn’t a fit for your team, they might be perfect for a classmate’s team.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3053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4754"/>
            <a:ext cx="9143993" cy="1411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7DF52-08AC-21C4-38D3-C355BCC8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531468"/>
            <a:ext cx="7416372" cy="750109"/>
          </a:xfrm>
        </p:spPr>
        <p:txBody>
          <a:bodyPr anchor="t">
            <a:normAutofit/>
          </a:bodyPr>
          <a:lstStyle/>
          <a:p>
            <a:pPr algn="l"/>
            <a:r>
              <a:rPr lang="en-CA" sz="3200" b="1">
                <a:solidFill>
                  <a:schemeClr val="bg1"/>
                </a:solidFill>
              </a:rPr>
              <a:t>Will the instructor provide projects?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07200"/>
            <a:ext cx="9143992" cy="430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1675631"/>
            <a:ext cx="342892" cy="38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F95F9-9A75-2FBD-7E8B-5AF368AA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62383" y="4355023"/>
            <a:ext cx="1247620" cy="261260"/>
          </a:xfrm>
        </p:spPr>
        <p:txBody>
          <a:bodyPr anchor="ctr">
            <a:normAutofit/>
          </a:bodyPr>
          <a:lstStyle/>
          <a:p>
            <a:pPr algn="r"/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11485-E7D0-5362-6AC8-BCB33186D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1847785"/>
            <a:ext cx="7410669" cy="3299683"/>
          </a:xfrm>
        </p:spPr>
        <p:txBody>
          <a:bodyPr>
            <a:normAutofit/>
          </a:bodyPr>
          <a:lstStyle/>
          <a:p>
            <a:r>
              <a:rPr lang="en-CA" sz="1900" b="1"/>
              <a:t>Short answer: no.</a:t>
            </a:r>
            <a:r>
              <a:rPr lang="en-CA" sz="1900"/>
              <a:t> It is your responsibility to find projects and form a team.</a:t>
            </a:r>
          </a:p>
          <a:p>
            <a:r>
              <a:rPr lang="en-CA" sz="1900" b="1"/>
              <a:t>Occasional opportunities:</a:t>
            </a:r>
            <a:r>
              <a:rPr lang="en-CA" sz="1900"/>
              <a:t> At times, local industry contacts share potential project ideas. When this happens, the course coordinator will </a:t>
            </a:r>
            <a:r>
              <a:rPr lang="en-CA" sz="1900" b="1"/>
              <a:t>post them as they come in</a:t>
            </a:r>
            <a:r>
              <a:rPr lang="en-CA" sz="1900"/>
              <a:t> via course channels.</a:t>
            </a:r>
          </a:p>
          <a:p>
            <a:r>
              <a:rPr lang="en-CA" sz="1900" b="1"/>
              <a:t>Do not wait for postings:</a:t>
            </a:r>
            <a:r>
              <a:rPr lang="en-CA" sz="1900"/>
              <a:t> The </a:t>
            </a:r>
            <a:r>
              <a:rPr lang="en-CA" sz="1900" b="1"/>
              <a:t>number, scope, and timing</a:t>
            </a:r>
            <a:r>
              <a:rPr lang="en-CA" sz="1900"/>
              <a:t> of such opportunities are </a:t>
            </a:r>
            <a:r>
              <a:rPr lang="en-CA" sz="1900" b="1"/>
              <a:t>unpredictable</a:t>
            </a:r>
            <a:r>
              <a:rPr lang="en-CA" sz="1900"/>
              <a:t>, so you should actively pursue your own sponsor.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628358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4A869-92B5-E418-E6AB-C9B60CD8E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219200"/>
            <a:ext cx="2847230" cy="224245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800" b="1"/>
              <a:t>Quick project eligibility checklist</a:t>
            </a:r>
            <a:endParaRPr lang="en-US" sz="3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679371"/>
            <a:ext cx="8986749" cy="1739829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4888E-C596-8FCD-A1DB-D8F1EB8C5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219199"/>
            <a:ext cx="4156790" cy="358370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700" b="1" dirty="0"/>
              <a:t>Engineering design is central</a:t>
            </a:r>
            <a:r>
              <a:rPr lang="en-CA" sz="1700" dirty="0"/>
              <a:t> — you are creating/adapting an </a:t>
            </a:r>
            <a:r>
              <a:rPr lang="en-CA" sz="1700" b="1" dirty="0"/>
              <a:t>element, system, or process</a:t>
            </a:r>
            <a:r>
              <a:rPr lang="en-CA" sz="1700" dirty="0"/>
              <a:t> to meet a stated need (not just analyzing or testing).</a:t>
            </a:r>
          </a:p>
          <a:p>
            <a:pPr>
              <a:lnSpc>
                <a:spcPct val="90000"/>
              </a:lnSpc>
            </a:pPr>
            <a:r>
              <a:rPr lang="en-CA" sz="1700" b="1" dirty="0"/>
              <a:t>Teamwork is integral</a:t>
            </a:r>
            <a:r>
              <a:rPr lang="en-CA" sz="1700" dirty="0"/>
              <a:t> — a multi-person team with defined roles and collaboration.</a:t>
            </a:r>
          </a:p>
          <a:p>
            <a:pPr>
              <a:lnSpc>
                <a:spcPct val="90000"/>
              </a:lnSpc>
            </a:pPr>
            <a:r>
              <a:rPr lang="en-CA" sz="1700" b="1" dirty="0"/>
              <a:t>Project management is practiced</a:t>
            </a:r>
            <a:r>
              <a:rPr lang="en-CA" sz="1700" dirty="0"/>
              <a:t> — scope, schedule, milestones, risk, and stakeholder communication.</a:t>
            </a:r>
          </a:p>
          <a:p>
            <a:pPr>
              <a:lnSpc>
                <a:spcPct val="90000"/>
              </a:lnSpc>
            </a:pPr>
            <a:r>
              <a:rPr lang="en-CA" sz="1700" dirty="0"/>
              <a:t>If you can genuinely check all three, you’re on the right track for </a:t>
            </a:r>
            <a:r>
              <a:rPr lang="en-CA" sz="1700" b="1" dirty="0"/>
              <a:t>ESE capstone eligibility</a:t>
            </a:r>
            <a:r>
              <a:rPr lang="en-CA" sz="1700" dirty="0"/>
              <a:t>.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71779-ED8F-1B9A-9F92-CF92E3CF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3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275B-C5F6-2947-0A5B-C00FD77B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800" b="1"/>
              <a:t>Process &amp; feedback</a:t>
            </a:r>
            <a:endParaRPr lang="en-US" sz="3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14CC2-44F5-FE82-057B-919C2B62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A43E211-3DB0-9465-B1A7-1EFB306E8D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065592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B7665-69A0-E161-D3F3-81241551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219200"/>
            <a:ext cx="2847230" cy="2242457"/>
          </a:xfrm>
        </p:spPr>
        <p:txBody>
          <a:bodyPr anchor="t">
            <a:normAutofit/>
          </a:bodyPr>
          <a:lstStyle/>
          <a:p>
            <a:r>
              <a:rPr lang="en-CA" sz="3800" b="1"/>
              <a:t>Examples to guide your scoping</a:t>
            </a:r>
            <a:endParaRPr lang="en-US" sz="3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679371"/>
            <a:ext cx="8986749" cy="1739829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03B99-C9B6-B354-6A89-7A82C334F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219199"/>
            <a:ext cx="4156790" cy="3583706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CA" sz="1700" b="1" dirty="0"/>
          </a:p>
          <a:p>
            <a:pPr>
              <a:lnSpc>
                <a:spcPct val="90000"/>
              </a:lnSpc>
            </a:pPr>
            <a:r>
              <a:rPr lang="en-CA" sz="1700" b="1" dirty="0"/>
              <a:t>Qualifies:</a:t>
            </a:r>
            <a:r>
              <a:rPr lang="en-CA" sz="1700" dirty="0"/>
              <a:t> designing and prototyping an embedded control system for a sponsor’s device; developing and validating a software-hardware data pipeline that meets performance and reliability requirements; re-engineering a process with quantitative trade-off analysis and verification.</a:t>
            </a:r>
          </a:p>
          <a:p>
            <a:pPr>
              <a:lnSpc>
                <a:spcPct val="90000"/>
              </a:lnSpc>
            </a:pPr>
            <a:r>
              <a:rPr lang="en-CA" sz="1700" b="1" dirty="0"/>
              <a:t>Does not qualify (by itself):</a:t>
            </a:r>
            <a:r>
              <a:rPr lang="en-CA" sz="1700" dirty="0"/>
              <a:t> literature reviews, routine maintenance, pure data collection, or unstructured coding without defined requirements and verification.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16B72-92E8-4A37-8DBA-BF56A162A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1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4C327-3CD6-5589-0D28-BC22F8B2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219200"/>
            <a:ext cx="2847230" cy="2242457"/>
          </a:xfrm>
        </p:spPr>
        <p:txBody>
          <a:bodyPr anchor="t">
            <a:normAutofit/>
          </a:bodyPr>
          <a:lstStyle/>
          <a:p>
            <a:r>
              <a:rPr lang="en-CA" sz="3800" b="1"/>
              <a:t>Team size &amp; composition</a:t>
            </a:r>
            <a:endParaRPr lang="en-US" sz="3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679371"/>
            <a:ext cx="8986749" cy="1739829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F86F-557F-FE92-DF3E-68FA0687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219199"/>
            <a:ext cx="4156790" cy="358370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400" b="1" dirty="0"/>
              <a:t>Standard size:</a:t>
            </a:r>
            <a:r>
              <a:rPr lang="en-CA" sz="1400" dirty="0"/>
              <a:t> </a:t>
            </a:r>
            <a:r>
              <a:rPr lang="en-CA" sz="1400" b="1" dirty="0"/>
              <a:t>4–6 students</a:t>
            </a:r>
            <a:r>
              <a:rPr lang="en-CA" sz="1400" dirty="0"/>
              <a:t> per team.</a:t>
            </a:r>
          </a:p>
          <a:p>
            <a:pPr>
              <a:lnSpc>
                <a:spcPct val="90000"/>
              </a:lnSpc>
            </a:pPr>
            <a:r>
              <a:rPr lang="en-CA" sz="1400" b="1" dirty="0"/>
              <a:t>Exception (strict, rare):</a:t>
            </a:r>
            <a:r>
              <a:rPr lang="en-CA" sz="1400" dirty="0"/>
              <a:t> 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A </a:t>
            </a:r>
            <a:r>
              <a:rPr lang="en-CA" sz="1400" b="1" dirty="0"/>
              <a:t>7th member</a:t>
            </a:r>
            <a:r>
              <a:rPr lang="en-CA" sz="1400" dirty="0"/>
              <a:t> may be approved </a:t>
            </a:r>
            <a:r>
              <a:rPr lang="en-CA" sz="1400" b="1" dirty="0"/>
              <a:t>case‑by‑case</a:t>
            </a:r>
            <a:r>
              <a:rPr lang="en-CA" sz="1400" dirty="0"/>
              <a:t> </a:t>
            </a:r>
            <a:r>
              <a:rPr lang="en-CA" sz="1400" b="1" dirty="0"/>
              <a:t>only</a:t>
            </a:r>
            <a:r>
              <a:rPr lang="en-CA" sz="1400" dirty="0"/>
              <a:t> if the project scope clearly requires it. 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Submit a written request to the </a:t>
            </a:r>
            <a:r>
              <a:rPr lang="en-CA" sz="1400" b="1" dirty="0"/>
              <a:t>course coordinator</a:t>
            </a:r>
            <a:r>
              <a:rPr lang="en-CA" sz="1400" dirty="0"/>
              <a:t> with </a:t>
            </a:r>
            <a:r>
              <a:rPr lang="en-CA" sz="1400" b="1" dirty="0"/>
              <a:t>specific justifications</a:t>
            </a:r>
            <a:r>
              <a:rPr lang="en-CA" sz="1400" dirty="0"/>
              <a:t> </a:t>
            </a:r>
            <a:r>
              <a:rPr lang="en-CA" sz="1400" b="1" dirty="0"/>
              <a:t>well before</a:t>
            </a:r>
            <a:r>
              <a:rPr lang="en-CA" sz="1400" dirty="0"/>
              <a:t> the </a:t>
            </a:r>
            <a:r>
              <a:rPr lang="en-CA" sz="1400" b="1" dirty="0"/>
              <a:t>initial project proposal deadline</a:t>
            </a:r>
            <a:r>
              <a:rPr lang="en-CA" sz="1400" dirty="0"/>
              <a:t>.</a:t>
            </a:r>
          </a:p>
          <a:p>
            <a:pPr>
              <a:lnSpc>
                <a:spcPct val="90000"/>
              </a:lnSpc>
            </a:pPr>
            <a:r>
              <a:rPr lang="en-CA" sz="1400" b="1" dirty="0"/>
              <a:t>Pure software/electrical projects:</a:t>
            </a:r>
            <a:r>
              <a:rPr lang="en-CA" sz="1400" dirty="0"/>
              <a:t> 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The </a:t>
            </a:r>
            <a:r>
              <a:rPr lang="en-CA" sz="1400" b="1" dirty="0"/>
              <a:t>majority of team members should normally be from Software/electrical Engineering</a:t>
            </a:r>
            <a:r>
              <a:rPr lang="en-CA" sz="1400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If that isn’t possible, email the course coordinator (</a:t>
            </a:r>
            <a:r>
              <a:rPr lang="en-CA" sz="1400" b="1" dirty="0"/>
              <a:t>Dr. Zareipour</a:t>
            </a:r>
            <a:r>
              <a:rPr lang="en-CA" sz="1400" dirty="0"/>
              <a:t>) to request permission. </a:t>
            </a: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5B186-51F8-EDA0-5D96-DD1B6436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44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8B1E7-4BB3-3E1E-F3C9-BBC269DB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219200"/>
            <a:ext cx="2847230" cy="2242457"/>
          </a:xfrm>
        </p:spPr>
        <p:txBody>
          <a:bodyPr anchor="t">
            <a:normAutofit/>
          </a:bodyPr>
          <a:lstStyle/>
          <a:p>
            <a:r>
              <a:rPr lang="en-CA" sz="3800" b="1"/>
              <a:t>Forming your team</a:t>
            </a:r>
            <a:endParaRPr lang="en-US" sz="38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679371"/>
            <a:ext cx="8986749" cy="1739829"/>
            <a:chOff x="143163" y="5763486"/>
            <a:chExt cx="11982332" cy="73955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F8E2-FC30-DBCA-631C-F5CC7A3AD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219199"/>
            <a:ext cx="4156790" cy="358370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700" b="1" dirty="0"/>
              <a:t>Students are responsible</a:t>
            </a:r>
            <a:r>
              <a:rPr lang="en-CA" sz="1700" dirty="0"/>
              <a:t> for finding/forming a suitable team.</a:t>
            </a:r>
          </a:p>
          <a:p>
            <a:pPr>
              <a:lnSpc>
                <a:spcPct val="90000"/>
              </a:lnSpc>
            </a:pPr>
            <a:r>
              <a:rPr lang="en-CA" sz="1700" dirty="0"/>
              <a:t>You must </a:t>
            </a:r>
            <a:r>
              <a:rPr lang="en-CA" sz="1700" b="1" dirty="0"/>
              <a:t>bring an eligible project</a:t>
            </a:r>
            <a:r>
              <a:rPr lang="en-CA" sz="1700" dirty="0"/>
              <a:t> or </a:t>
            </a:r>
            <a:r>
              <a:rPr lang="en-CA" sz="1700" b="1" dirty="0"/>
              <a:t>join a team with an eligible project</a:t>
            </a:r>
            <a:r>
              <a:rPr lang="en-CA" sz="1700" dirty="0"/>
              <a:t>.</a:t>
            </a:r>
          </a:p>
          <a:p>
            <a:pPr>
              <a:lnSpc>
                <a:spcPct val="90000"/>
              </a:lnSpc>
            </a:pPr>
            <a:r>
              <a:rPr lang="en-CA" sz="1700" dirty="0"/>
              <a:t>Use the </a:t>
            </a:r>
            <a:r>
              <a:rPr lang="en-CA" sz="1700" b="1" dirty="0"/>
              <a:t>official Discord channel</a:t>
            </a:r>
            <a:r>
              <a:rPr lang="en-CA" sz="1700" dirty="0"/>
              <a:t> (created by the course coordinator) to connect with classmates and potential teams.</a:t>
            </a:r>
          </a:p>
          <a:p>
            <a:pPr>
              <a:lnSpc>
                <a:spcPct val="90000"/>
              </a:lnSpc>
            </a:pPr>
            <a:r>
              <a:rPr lang="en-CA" sz="1700" dirty="0"/>
              <a:t>The </a:t>
            </a:r>
            <a:r>
              <a:rPr lang="en-CA" sz="1700" b="1" dirty="0"/>
              <a:t>course coordinator will not form teams</a:t>
            </a:r>
            <a:r>
              <a:rPr lang="en-CA" sz="1700" dirty="0"/>
              <a:t> and </a:t>
            </a:r>
            <a:r>
              <a:rPr lang="en-CA" sz="1700" b="1" dirty="0"/>
              <a:t>cannot provide placement services</a:t>
            </a:r>
            <a:r>
              <a:rPr lang="en-CA" sz="1700" dirty="0"/>
              <a:t>.</a:t>
            </a:r>
          </a:p>
          <a:p>
            <a:pPr>
              <a:lnSpc>
                <a:spcPct val="90000"/>
              </a:lnSpc>
            </a:pPr>
            <a:r>
              <a:rPr lang="en-CA" sz="1700" dirty="0"/>
              <a:t>In </a:t>
            </a:r>
            <a:r>
              <a:rPr lang="en-CA" sz="1700" b="1" dirty="0"/>
              <a:t>very unusual circumstances</a:t>
            </a:r>
            <a:r>
              <a:rPr lang="en-CA" sz="1700" dirty="0"/>
              <a:t>, </a:t>
            </a:r>
            <a:r>
              <a:rPr lang="en-CA" sz="1700" b="1" dirty="0"/>
              <a:t>the instructor</a:t>
            </a:r>
            <a:r>
              <a:rPr lang="en-CA" sz="1700" dirty="0"/>
              <a:t> may </a:t>
            </a:r>
            <a:r>
              <a:rPr lang="en-CA" sz="1700" b="1" dirty="0"/>
              <a:t>assign students to existing teams</a:t>
            </a:r>
            <a:r>
              <a:rPr lang="en-CA" sz="1700" dirty="0"/>
              <a:t> to accommodate </a:t>
            </a:r>
            <a:r>
              <a:rPr lang="en-CA" sz="1700" b="1" dirty="0"/>
              <a:t>exceptional situations</a:t>
            </a:r>
            <a:r>
              <a:rPr lang="en-CA" sz="1700" dirty="0"/>
              <a:t>.</a:t>
            </a:r>
          </a:p>
          <a:p>
            <a:pPr>
              <a:lnSpc>
                <a:spcPct val="90000"/>
              </a:lnSpc>
            </a:pPr>
            <a:endParaRPr lang="en-CA" sz="1700" dirty="0"/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4BE70-7B72-F94F-36D3-70F08133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94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D77B92-CB36-4B20-A59A-59625E0F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C11C7-A6D5-47D9-962A-8FD03024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219200"/>
            <a:ext cx="2847230" cy="2242457"/>
          </a:xfrm>
        </p:spPr>
        <p:txBody>
          <a:bodyPr anchor="t">
            <a:normAutofit/>
          </a:bodyPr>
          <a:lstStyle/>
          <a:p>
            <a:r>
              <a:rPr lang="en-US" sz="3800"/>
              <a:t>Team Forming Deadline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679371"/>
            <a:ext cx="8986749" cy="1739829"/>
            <a:chOff x="143163" y="5763486"/>
            <a:chExt cx="11982332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58CB4-6984-5F94-58CC-B6553AF7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85070AE-77D9-9C59-CA14-5A9EB5520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6561534"/>
              </p:ext>
            </p:extLst>
          </p:nvPr>
        </p:nvGraphicFramePr>
        <p:xfrm>
          <a:off x="4055778" y="845128"/>
          <a:ext cx="4472040" cy="414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843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BC87A-4CC7-FFB6-0F1E-5208ED91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219200"/>
            <a:ext cx="2847230" cy="2242457"/>
          </a:xfrm>
        </p:spPr>
        <p:txBody>
          <a:bodyPr anchor="t">
            <a:normAutofit/>
          </a:bodyPr>
          <a:lstStyle/>
          <a:p>
            <a:r>
              <a:rPr lang="en-US" sz="3800"/>
              <a:t>Initial project proposal submission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679371"/>
            <a:ext cx="8986749" cy="1739829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0789-10B5-9E88-4EE6-690CF81B8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219199"/>
            <a:ext cx="4156790" cy="358370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400" b="1" dirty="0"/>
              <a:t>Submit:</a:t>
            </a:r>
            <a:r>
              <a:rPr lang="en-CA" sz="1400" dirty="0"/>
              <a:t> one per team, via </a:t>
            </a:r>
            <a:r>
              <a:rPr lang="en-CA" sz="1400" b="1" dirty="0"/>
              <a:t>D2L</a:t>
            </a:r>
            <a:r>
              <a:rPr lang="en-CA" sz="1400" dirty="0"/>
              <a:t>, using the </a:t>
            </a:r>
            <a:r>
              <a:rPr lang="en-CA" sz="1400" b="1" dirty="0"/>
              <a:t>provided Excel template</a:t>
            </a:r>
            <a:r>
              <a:rPr lang="en-CA" sz="1400" dirty="0"/>
              <a:t>.</a:t>
            </a:r>
          </a:p>
          <a:p>
            <a:pPr>
              <a:lnSpc>
                <a:spcPct val="90000"/>
              </a:lnSpc>
            </a:pPr>
            <a:r>
              <a:rPr lang="en-CA" sz="1400" b="1" dirty="0"/>
              <a:t>Writing tips (what reviewers look for):</a:t>
            </a:r>
            <a:endParaRPr lang="en-CA" sz="1400" dirty="0"/>
          </a:p>
          <a:p>
            <a:pPr lvl="1">
              <a:lnSpc>
                <a:spcPct val="90000"/>
              </a:lnSpc>
            </a:pPr>
            <a:r>
              <a:rPr lang="en-CA" sz="1400" dirty="0"/>
              <a:t>Be </a:t>
            </a:r>
            <a:r>
              <a:rPr lang="en-CA" sz="1400" b="1" dirty="0"/>
              <a:t>clear and specific</a:t>
            </a:r>
            <a:r>
              <a:rPr lang="en-CA" sz="1400" dirty="0"/>
              <a:t> in defining the problem and proposed solution.</a:t>
            </a:r>
          </a:p>
          <a:p>
            <a:pPr lvl="1">
              <a:lnSpc>
                <a:spcPct val="90000"/>
              </a:lnSpc>
            </a:pPr>
            <a:r>
              <a:rPr lang="en-CA" sz="1400" b="1" dirty="0"/>
              <a:t>Avoid jargon</a:t>
            </a:r>
            <a:r>
              <a:rPr lang="en-CA" sz="1400" dirty="0"/>
              <a:t> and undefined technical terms; make it understandable to a non‑expert.</a:t>
            </a:r>
          </a:p>
          <a:p>
            <a:pPr>
              <a:lnSpc>
                <a:spcPct val="90000"/>
              </a:lnSpc>
            </a:pPr>
            <a:r>
              <a:rPr lang="en-CA" sz="1400" b="1" dirty="0"/>
              <a:t>Proofread</a:t>
            </a:r>
            <a:r>
              <a:rPr lang="en-CA" sz="1400" dirty="0"/>
              <a:t> for grammar and typos.</a:t>
            </a:r>
          </a:p>
          <a:p>
            <a:pPr>
              <a:lnSpc>
                <a:spcPct val="90000"/>
              </a:lnSpc>
            </a:pPr>
            <a:r>
              <a:rPr lang="en-CA" sz="1400" b="1" dirty="0"/>
              <a:t>Eligibility</a:t>
            </a:r>
            <a:r>
              <a:rPr lang="en-CA" sz="1400" dirty="0"/>
              <a:t>: Demonstrate that the project is a fourth‑year team design project eligible (design is central; see the section on Projects where project eligibility and CEAB requirements are discussed).</a:t>
            </a:r>
          </a:p>
          <a:p>
            <a:pPr>
              <a:lnSpc>
                <a:spcPct val="90000"/>
              </a:lnSpc>
            </a:pPr>
            <a:r>
              <a:rPr lang="en-CA" sz="1400" dirty="0"/>
              <a:t>If the sponsor provided target deliverables, show where </a:t>
            </a:r>
            <a:r>
              <a:rPr lang="en-CA" sz="1400" b="1" dirty="0"/>
              <a:t>solution design remains open</a:t>
            </a:r>
            <a:r>
              <a:rPr lang="en-CA" sz="1400" dirty="0"/>
              <a:t> for the team to design/engineer.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CBD1A-A465-364F-73EF-191BA690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96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FAE9D-D290-6368-8F80-D5180384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800" dirty="0"/>
              <a:t>After you submit</a:t>
            </a:r>
            <a:endParaRPr lang="en-US" sz="3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8DAF7-6B5C-7AB0-65D4-ACEE4262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44C9E94-F90E-155F-3A51-1DDA0C32BA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767231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224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CF146-606F-0483-EED8-648134C6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800" b="1"/>
              <a:t>kick‑off meeting with the TA</a:t>
            </a:r>
            <a:endParaRPr lang="en-US" sz="3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A4BD57-F830-7C76-24BD-466301D3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68DAF4A-77E0-6C67-5EDB-10AA7DFD9D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284107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0580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AB3B5-4725-487B-8444-1D8ED0C2F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800" b="1"/>
              <a:t>Final Project Proposal</a:t>
            </a:r>
            <a:endParaRPr lang="en-US" sz="3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B35D0-D388-67F2-0383-CB635968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B309DA-F3E7-CBD4-C2BE-B3EB31CDA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0571285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070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268110"/>
            <a:ext cx="8660121" cy="5178779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779889"/>
            <a:ext cx="2468880" cy="2667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519395"/>
            <a:ext cx="8178790" cy="467323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40BA6-8933-2344-D00C-E261F714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75" y="990530"/>
            <a:ext cx="2356072" cy="3733939"/>
          </a:xfrm>
        </p:spPr>
        <p:txBody>
          <a:bodyPr>
            <a:normAutofit/>
          </a:bodyPr>
          <a:lstStyle/>
          <a:p>
            <a:r>
              <a:rPr lang="en-US" sz="2500"/>
              <a:t>Communication Protocol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16263-4E4B-ECC2-A374-6DC29E91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2705363"/>
            <a:ext cx="4205910" cy="304271"/>
          </a:xfrm>
        </p:spPr>
        <p:txBody>
          <a:bodyPr anchor="t">
            <a:normAutofit/>
          </a:bodyPr>
          <a:lstStyle/>
          <a:p>
            <a:pPr algn="l"/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544052"/>
            <a:ext cx="0" cy="2697079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9D3CA-6EC5-A44B-1769-65EFB6E6A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195" y="1115607"/>
            <a:ext cx="4181759" cy="38448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300" b="1" dirty="0"/>
              <a:t>Official team number format:</a:t>
            </a:r>
            <a:r>
              <a:rPr lang="en-CA" sz="1300" dirty="0"/>
              <a:t> 500-{TA Initials}-{Number}-{</a:t>
            </a:r>
            <a:r>
              <a:rPr lang="en-CA" sz="1300" dirty="0" err="1"/>
              <a:t>TeamName</a:t>
            </a:r>
            <a:r>
              <a:rPr lang="en-CA" sz="1300" dirty="0"/>
              <a:t>}</a:t>
            </a:r>
          </a:p>
          <a:p>
            <a:pPr lvl="1">
              <a:lnSpc>
                <a:spcPct val="90000"/>
              </a:lnSpc>
            </a:pPr>
            <a:r>
              <a:rPr lang="en-CA" sz="1300" b="1" dirty="0"/>
              <a:t>Example:</a:t>
            </a:r>
            <a:r>
              <a:rPr lang="en-CA" sz="1300" dirty="0"/>
              <a:t> 500-JD-1-MapLoad → TA </a:t>
            </a:r>
            <a:r>
              <a:rPr lang="en-CA" sz="1300" b="1" dirty="0"/>
              <a:t>John Doe</a:t>
            </a:r>
            <a:r>
              <a:rPr lang="en-CA" sz="1300" dirty="0"/>
              <a:t>; this is their </a:t>
            </a:r>
            <a:r>
              <a:rPr lang="en-CA" sz="1300" b="1" dirty="0"/>
              <a:t>Team #1</a:t>
            </a:r>
            <a:r>
              <a:rPr lang="en-CA" sz="1300" dirty="0"/>
              <a:t>; course </a:t>
            </a:r>
            <a:r>
              <a:rPr lang="en-CA" sz="1300" b="1" dirty="0"/>
              <a:t>ENEL 500</a:t>
            </a:r>
            <a:r>
              <a:rPr lang="en-CA" sz="1300" dirty="0"/>
              <a:t>; team name </a:t>
            </a:r>
            <a:r>
              <a:rPr lang="en-CA" sz="1300" b="1" dirty="0" err="1"/>
              <a:t>MapLoad</a:t>
            </a:r>
            <a:r>
              <a:rPr lang="en-CA" sz="1300" dirty="0"/>
              <a:t>.</a:t>
            </a:r>
          </a:p>
          <a:p>
            <a:pPr>
              <a:lnSpc>
                <a:spcPct val="90000"/>
              </a:lnSpc>
            </a:pPr>
            <a:r>
              <a:rPr lang="en-CA" sz="1300" b="1" dirty="0"/>
              <a:t>Always use your complete team number</a:t>
            </a:r>
            <a:r>
              <a:rPr lang="en-CA" sz="1300" dirty="0"/>
              <a:t> in </a:t>
            </a:r>
            <a:r>
              <a:rPr lang="en-CA" sz="1300" b="1" dirty="0"/>
              <a:t>all communications</a:t>
            </a:r>
            <a:r>
              <a:rPr lang="en-CA" sz="1300" dirty="0"/>
              <a:t> with the </a:t>
            </a:r>
            <a:r>
              <a:rPr lang="en-CA" sz="1300" b="1" dirty="0"/>
              <a:t>instructor, TAs, and advisor</a:t>
            </a:r>
            <a:r>
              <a:rPr lang="en-CA" sz="1300" dirty="0"/>
              <a:t> (email subjects, tickets, documents, and slide decks).</a:t>
            </a:r>
          </a:p>
          <a:p>
            <a:pPr>
              <a:lnSpc>
                <a:spcPct val="90000"/>
              </a:lnSpc>
            </a:pPr>
            <a:r>
              <a:rPr lang="en-CA" sz="1300" b="1" dirty="0"/>
              <a:t>Emails without a complete team number may be delayed or unanswered.</a:t>
            </a:r>
            <a:endParaRPr lang="en-CA" sz="1300" dirty="0"/>
          </a:p>
          <a:p>
            <a:pPr>
              <a:lnSpc>
                <a:spcPct val="90000"/>
              </a:lnSpc>
            </a:pPr>
            <a:r>
              <a:rPr lang="en-CA" sz="1300" dirty="0"/>
              <a:t>On </a:t>
            </a:r>
            <a:r>
              <a:rPr lang="en-CA" sz="1300" b="1" dirty="0"/>
              <a:t>D2L</a:t>
            </a:r>
            <a:r>
              <a:rPr lang="en-CA" sz="1300" dirty="0"/>
              <a:t>, your </a:t>
            </a:r>
            <a:r>
              <a:rPr lang="en-CA" sz="1300" b="1" dirty="0"/>
              <a:t>group name is your team number</a:t>
            </a:r>
            <a:r>
              <a:rPr lang="en-CA" sz="1300" dirty="0"/>
              <a:t>. </a:t>
            </a:r>
            <a:br>
              <a:rPr lang="en-CA" sz="1300" dirty="0"/>
            </a:b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18842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8412A-B307-91F7-48B6-7FF00A52A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US" sz="3800" dirty="0"/>
              <a:t>Project Manager (</a:t>
            </a:r>
            <a:r>
              <a:rPr lang="en-US" sz="3800" dirty="0" err="1"/>
              <a:t>a.k.a</a:t>
            </a:r>
            <a:r>
              <a:rPr lang="en-US" sz="3800" dirty="0"/>
              <a:t> Team Manager)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36879-B158-E332-73CD-888F34B8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7426C85-CFED-03C1-BAB8-34A5AA194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97856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777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92527-9BCE-39FC-4E60-73348FD3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US" sz="3800"/>
              <a:t>Project Manager (a.k.a Team Manager)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44362-6523-10D9-7897-CB90637B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5D8C1F1-5757-B7B3-FA99-69B79491F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14553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38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7641B-994D-2DC9-555E-D9766EB5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800" b="1"/>
              <a:t>Technical Academic Advisor</a:t>
            </a:r>
            <a:endParaRPr lang="en-US" sz="3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5CF46-4FD2-AA23-9FBB-8E6B4FD3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8C88994-1B56-B056-8130-553E0B3A8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102634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1542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C559A-5675-FCFE-1338-E6305523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2" y="912982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200" b="1" dirty="0"/>
              <a:t>Industry Sponsor Representative </a:t>
            </a:r>
            <a:endParaRPr lang="en-US" sz="3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C0F09-A313-2BD3-0ED8-4410D51F2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3CD9A10-A570-6A8C-62ED-AA98FE29F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936873"/>
              </p:ext>
            </p:extLst>
          </p:nvPr>
        </p:nvGraphicFramePr>
        <p:xfrm>
          <a:off x="3331028" y="259279"/>
          <a:ext cx="5398226" cy="5150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529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5D4C-72B7-8E96-A652-246A51A4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Who can serve as an academic advisor?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118B14-7EAF-A467-04A3-165E0B1E7C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7200" y="966738"/>
          <a:ext cx="8229600" cy="4138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2E09A-53AC-9D39-F7D5-FBAFEA0C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3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461793"/>
            <a:ext cx="4306641" cy="4785157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E520C-7E63-E68C-773C-1BF98CF5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04" y="1074804"/>
            <a:ext cx="2738325" cy="3559136"/>
          </a:xfrm>
        </p:spPr>
        <p:txBody>
          <a:bodyPr anchor="ctr">
            <a:normAutofit/>
          </a:bodyPr>
          <a:lstStyle/>
          <a:p>
            <a:pPr algn="ctr"/>
            <a:r>
              <a:rPr lang="en-CA" sz="4400" b="1">
                <a:solidFill>
                  <a:srgbClr val="FFFFFF"/>
                </a:solidFill>
              </a:rPr>
              <a:t>How to find an advisor (practical steps)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11995"/>
            <a:ext cx="128637" cy="142929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903755"/>
            <a:ext cx="118159" cy="131288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0114-B8B7-5A62-5049-3953398B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432000"/>
            <a:ext cx="3578706" cy="48649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Identify faculty whose </a:t>
            </a:r>
            <a:r>
              <a:rPr lang="en-CA" sz="1500" b="1" dirty="0">
                <a:solidFill>
                  <a:schemeClr val="tx1">
                    <a:alpha val="80000"/>
                  </a:schemeClr>
                </a:solidFill>
              </a:rPr>
              <a:t>expertise matches your project’s core technical work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Department website,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Previous courses/course pages, 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Google Scholar/publications</a:t>
            </a:r>
          </a:p>
          <a:p>
            <a:pPr>
              <a:lnSpc>
                <a:spcPct val="90000"/>
              </a:lnSpc>
            </a:pPr>
            <a:r>
              <a:rPr lang="en-CA" sz="1500" b="1" dirty="0">
                <a:solidFill>
                  <a:schemeClr val="tx1">
                    <a:alpha val="80000"/>
                  </a:schemeClr>
                </a:solidFill>
              </a:rPr>
              <a:t>Contact</a:t>
            </a: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Be proactive: DO Not Email and Forget!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Find them in person after their lectures/office hours etc.</a:t>
            </a:r>
          </a:p>
          <a:p>
            <a:pPr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Be clear: </a:t>
            </a:r>
          </a:p>
          <a:p>
            <a:pPr lvl="1">
              <a:lnSpc>
                <a:spcPct val="90000"/>
              </a:lnSpc>
            </a:pPr>
            <a:r>
              <a:rPr lang="en-CA" sz="1500" b="1" dirty="0">
                <a:solidFill>
                  <a:schemeClr val="tx1">
                    <a:alpha val="80000"/>
                  </a:schemeClr>
                </a:solidFill>
              </a:rPr>
              <a:t>no report marking</a:t>
            </a: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 required; 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expected </a:t>
            </a:r>
            <a:r>
              <a:rPr lang="en-CA" sz="1500" b="1" dirty="0">
                <a:solidFill>
                  <a:schemeClr val="tx1">
                    <a:alpha val="80000"/>
                  </a:schemeClr>
                </a:solidFill>
              </a:rPr>
              <a:t>commitment ≈ 4–5 hours/year</a:t>
            </a: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 lvl="1"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Plus, </a:t>
            </a:r>
            <a:r>
              <a:rPr lang="en-CA" sz="1500" b="1" dirty="0">
                <a:solidFill>
                  <a:schemeClr val="tx1">
                    <a:alpha val="80000"/>
                  </a:schemeClr>
                </a:solidFill>
              </a:rPr>
              <a:t>three evaluations</a:t>
            </a: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You may approach faculty in </a:t>
            </a:r>
            <a:r>
              <a:rPr lang="en-CA" sz="1500" b="1" dirty="0">
                <a:solidFill>
                  <a:schemeClr val="tx1">
                    <a:alpha val="80000"/>
                  </a:schemeClr>
                </a:solidFill>
              </a:rPr>
              <a:t>any relevant department across the University of Calgary</a:t>
            </a:r>
            <a:r>
              <a:rPr lang="en-CA" sz="1500" dirty="0">
                <a:solidFill>
                  <a:schemeClr val="tx1">
                    <a:alpha val="80000"/>
                  </a:schemeClr>
                </a:solidFill>
              </a:rPr>
              <a:t> when appropriate.</a:t>
            </a:r>
          </a:p>
          <a:p>
            <a:pPr>
              <a:lnSpc>
                <a:spcPct val="90000"/>
              </a:lnSpc>
            </a:pPr>
            <a:endParaRPr lang="en-US" sz="15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71D4E-94E1-EFEE-3B0B-6F568A8A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359086" y="1326237"/>
            <a:ext cx="2661070" cy="304271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4793183"/>
            <a:ext cx="84319" cy="93688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008661"/>
            <a:ext cx="0" cy="269894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053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714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56209-FA45-77BD-F5E3-CD96B8F2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914400"/>
            <a:ext cx="2847230" cy="3888505"/>
          </a:xfrm>
        </p:spPr>
        <p:txBody>
          <a:bodyPr anchor="ctr">
            <a:normAutofit/>
          </a:bodyPr>
          <a:lstStyle/>
          <a:p>
            <a:r>
              <a:rPr lang="en-CA" sz="3800" b="1"/>
              <a:t>Working with your advisor</a:t>
            </a:r>
            <a:endParaRPr lang="en-US" sz="3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4954962"/>
            <a:ext cx="9082028" cy="438150"/>
            <a:chOff x="82576" y="5945955"/>
            <a:chExt cx="12109423" cy="5257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89857"/>
            <a:ext cx="4878975" cy="4735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5532A-4E58-B0E8-7790-A53F430B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410200"/>
            <a:ext cx="3086100" cy="30427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B94C969-F727-628A-CF87-FCCE8B0A1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7647846"/>
              </p:ext>
            </p:extLst>
          </p:nvPr>
        </p:nvGraphicFramePr>
        <p:xfrm>
          <a:off x="4073652" y="845127"/>
          <a:ext cx="4438638" cy="414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6441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779889"/>
            <a:ext cx="2468880" cy="2667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519395"/>
            <a:ext cx="8178790" cy="4673235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A210C-46C5-9E4D-4D8E-3ED5065E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875495"/>
            <a:ext cx="6056111" cy="134874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4400" b="1"/>
              <a:t>Lab Technician (for hardware projects)</a:t>
            </a:r>
            <a:endParaRPr lang="en-US" sz="4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13D2D-A10E-86AF-1054-B17BF0C83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2705363"/>
            <a:ext cx="4205910" cy="304271"/>
          </a:xfrm>
        </p:spPr>
        <p:txBody>
          <a:bodyPr anchor="t">
            <a:normAutofit/>
          </a:bodyPr>
          <a:lstStyle/>
          <a:p>
            <a:pPr algn="l"/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657D-38E9-D5C8-909B-8C8DA855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474557"/>
            <a:ext cx="6056111" cy="233366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600" dirty="0"/>
              <a:t>Hardware projects should identify a </a:t>
            </a:r>
            <a:r>
              <a:rPr lang="en-CA" sz="1600" b="1" dirty="0"/>
              <a:t>subject‑matter lab technician</a:t>
            </a:r>
            <a:r>
              <a:rPr lang="en-CA" sz="1600" dirty="0"/>
              <a:t> </a:t>
            </a:r>
            <a:r>
              <a:rPr lang="en-CA" sz="1600" b="1" dirty="0"/>
              <a:t>early</a:t>
            </a:r>
            <a:r>
              <a:rPr lang="en-CA" sz="1600" dirty="0"/>
              <a:t> and engage them on lab practices, tooling, procurement, and implementation choices.</a:t>
            </a:r>
          </a:p>
          <a:p>
            <a:pPr>
              <a:lnSpc>
                <a:spcPct val="90000"/>
              </a:lnSpc>
            </a:pPr>
            <a:r>
              <a:rPr lang="en-CA" sz="1600" b="1" dirty="0"/>
              <a:t>Identify technician(s) before the design roadmap deadline</a:t>
            </a:r>
            <a:r>
              <a:rPr lang="en-CA" sz="1600" dirty="0"/>
              <a:t>; your </a:t>
            </a:r>
            <a:r>
              <a:rPr lang="en-CA" sz="1600" b="1" dirty="0"/>
              <a:t>TA will verify</a:t>
            </a:r>
            <a:r>
              <a:rPr lang="en-CA" sz="1600" dirty="0"/>
              <a:t> this during meetings.</a:t>
            </a:r>
          </a:p>
          <a:p>
            <a:pPr>
              <a:lnSpc>
                <a:spcPct val="90000"/>
              </a:lnSpc>
            </a:pPr>
            <a:r>
              <a:rPr lang="en-CA" sz="1600" dirty="0"/>
              <a:t>Technician contact details are posted on the </a:t>
            </a:r>
            <a:r>
              <a:rPr lang="en-CA" sz="1600" b="1" dirty="0"/>
              <a:t>course web page (see news section)</a:t>
            </a:r>
            <a:r>
              <a:rPr lang="en-CA" sz="1600" dirty="0"/>
              <a:t>.</a:t>
            </a:r>
          </a:p>
          <a:p>
            <a:pPr>
              <a:lnSpc>
                <a:spcPct val="90000"/>
              </a:lnSpc>
            </a:pPr>
            <a:br>
              <a:rPr lang="en-CA" sz="1600" dirty="0"/>
            </a:br>
            <a:endParaRPr lang="en-CA" sz="1600" dirty="0"/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31085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714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5376D-B9C6-F1C4-0843-83783890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928275"/>
            <a:ext cx="2357437" cy="2167600"/>
          </a:xfrm>
        </p:spPr>
        <p:txBody>
          <a:bodyPr anchor="t">
            <a:normAutofit/>
          </a:bodyPr>
          <a:lstStyle/>
          <a:p>
            <a:pPr algn="ctr"/>
            <a:r>
              <a:rPr lang="en-CA" sz="3200" b="1"/>
              <a:t>Teaching Assistants (TAs)</a:t>
            </a:r>
            <a:endParaRPr lang="en-US" sz="3200"/>
          </a:p>
        </p:txBody>
      </p:sp>
      <p:pic>
        <p:nvPicPr>
          <p:cNvPr id="8" name="Graphic 7" descr="Call center">
            <a:extLst>
              <a:ext uri="{FF2B5EF4-FFF2-40B4-BE49-F238E27FC236}">
                <a16:creationId xmlns:a16="http://schemas.microsoft.com/office/drawing/2014/main" id="{367DE533-6613-FC75-7B76-4644F2852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900" y="2062825"/>
            <a:ext cx="685800" cy="6858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E13241-72AD-5162-9217-3C46D9469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0489" y="608540"/>
            <a:ext cx="5364860" cy="44873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300" b="1"/>
              <a:t>First Line of Contact: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Each team is assigned a TA who serves as the first point of contact for technical challenges and general project guidance.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TAs are assigned to teams by the course instructor, 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Each TA typically manages multiple teams at the same time.</a:t>
            </a:r>
          </a:p>
          <a:p>
            <a:pPr>
              <a:lnSpc>
                <a:spcPct val="90000"/>
              </a:lnSpc>
            </a:pPr>
            <a:r>
              <a:rPr lang="en-CA" sz="1300" b="1"/>
              <a:t>Role &amp; Responsibilities:</a:t>
            </a:r>
            <a:endParaRPr lang="en-CA" sz="1300"/>
          </a:p>
          <a:p>
            <a:pPr lvl="1">
              <a:lnSpc>
                <a:spcPct val="90000"/>
              </a:lnSpc>
            </a:pPr>
            <a:r>
              <a:rPr lang="en-CA" sz="1300"/>
              <a:t>Monitor overall progress of the team’s solution and deliverables.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Provide assessments and feedback to the course coordinator.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Ensure the team is on the right track from a technical perspective.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Help verify that the team has secured appropriate technical resources and advisors to ensure soundness of tools, solutions, and methods.</a:t>
            </a:r>
          </a:p>
          <a:p>
            <a:pPr>
              <a:lnSpc>
                <a:spcPct val="90000"/>
              </a:lnSpc>
            </a:pPr>
            <a:r>
              <a:rPr lang="en-CA" sz="1300" b="1"/>
              <a:t>Important Notes:</a:t>
            </a:r>
            <a:endParaRPr lang="en-CA" sz="1300"/>
          </a:p>
          <a:p>
            <a:pPr lvl="1">
              <a:lnSpc>
                <a:spcPct val="90000"/>
              </a:lnSpc>
            </a:pPr>
            <a:r>
              <a:rPr lang="en-CA" sz="1300"/>
              <a:t>TAs are usually graduate students within the engineering faculty.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They may not be subject-matter experts in the exact technical domain of your project. 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Their focus is on process, project management, and ensuring technical direction is sound.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The TA’s input is an </a:t>
            </a:r>
            <a:r>
              <a:rPr lang="en-CA" sz="1300" b="1"/>
              <a:t>important factor</a:t>
            </a:r>
            <a:r>
              <a:rPr lang="en-CA" sz="1300"/>
              <a:t> in your evaluations.</a:t>
            </a:r>
          </a:p>
          <a:p>
            <a:pPr lvl="1">
              <a:lnSpc>
                <a:spcPct val="90000"/>
              </a:lnSpc>
            </a:pPr>
            <a:r>
              <a:rPr lang="en-CA" sz="1300"/>
              <a:t>Engaging with your TA regularly leads to smoother project progress and higher-quality outcomes.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D3318-8544-AEB5-9F76-6CB42E19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5296958"/>
            <a:ext cx="3086100" cy="304271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52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31329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313676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15148" y="-3915148"/>
            <a:ext cx="131370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C0FFD-7670-5319-FBD0-489478E4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90720"/>
            <a:ext cx="7533018" cy="731441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Have you finalized your team contracts?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95FAC-60E1-2A1B-BC93-91AD94C4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653540"/>
            <a:ext cx="3086100" cy="304270"/>
          </a:xfrm>
        </p:spPr>
        <p:txBody>
          <a:bodyPr>
            <a:normAutofit/>
          </a:bodyPr>
          <a:lstStyle/>
          <a:p>
            <a:pPr algn="l"/>
            <a:endParaRPr lang="en-US" sz="90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3C7D0FE-FEF4-BD81-244A-8503A7CD5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002239"/>
              </p:ext>
            </p:extLst>
          </p:nvPr>
        </p:nvGraphicFramePr>
        <p:xfrm>
          <a:off x="483042" y="1760482"/>
          <a:ext cx="8195871" cy="3494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969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E32726"/>
      </a:accent1>
      <a:accent2>
        <a:srgbClr val="FFD200"/>
      </a:accent2>
      <a:accent3>
        <a:srgbClr val="FBB031"/>
      </a:accent3>
      <a:accent4>
        <a:srgbClr val="F47C00"/>
      </a:accent4>
      <a:accent5>
        <a:srgbClr val="AF2626"/>
      </a:accent5>
      <a:accent6>
        <a:srgbClr val="6D3321"/>
      </a:accent6>
      <a:hlink>
        <a:srgbClr val="E32726"/>
      </a:hlink>
      <a:folHlink>
        <a:srgbClr val="663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ECB0194EC94749AF7D45841C34C399" ma:contentTypeVersion="16" ma:contentTypeDescription="Create a new document." ma:contentTypeScope="" ma:versionID="fb18a196b2030077d4ace8c174d8c0d1">
  <xsd:schema xmlns:xsd="http://www.w3.org/2001/XMLSchema" xmlns:xs="http://www.w3.org/2001/XMLSchema" xmlns:p="http://schemas.microsoft.com/office/2006/metadata/properties" xmlns:ns2="e8a172db-dbdb-4fa6-9f47-42c5c302e144" xmlns:ns3="cd6aa1b2-c1bb-4394-a142-c5a9337a4c43" targetNamespace="http://schemas.microsoft.com/office/2006/metadata/properties" ma:root="true" ma:fieldsID="52c4021a7ef64f0ac13a1a137e94b9aa" ns2:_="" ns3:_="">
    <xsd:import namespace="e8a172db-dbdb-4fa6-9f47-42c5c302e144"/>
    <xsd:import namespace="cd6aa1b2-c1bb-4394-a142-c5a9337a4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172db-dbdb-4fa6-9f47-42c5c302e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6aa1b2-c1bb-4394-a142-c5a9337a4c4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eebb2cb-28b6-433d-83b7-b2e61bf606e8}" ma:internalName="TaxCatchAll" ma:showField="CatchAllData" ma:web="cd6aa1b2-c1bb-4394-a142-c5a9337a4c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6aa1b2-c1bb-4394-a142-c5a9337a4c43" xsi:nil="true"/>
    <lcf76f155ced4ddcb4097134ff3c332f xmlns="e8a172db-dbdb-4fa6-9f47-42c5c302e14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366A88-8ACC-4FE4-89EB-115575D496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172db-dbdb-4fa6-9f47-42c5c302e144"/>
    <ds:schemaRef ds:uri="cd6aa1b2-c1bb-4394-a142-c5a9337a4c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E52616-E7AB-4BB4-8F37-B943BA704E2E}">
  <ds:schemaRefs>
    <ds:schemaRef ds:uri="http://schemas.microsoft.com/office/2006/metadata/properties"/>
    <ds:schemaRef ds:uri="http://purl.org/dc/elements/1.1/"/>
    <ds:schemaRef ds:uri="http://purl.org/dc/terms/"/>
    <ds:schemaRef ds:uri="e8a172db-dbdb-4fa6-9f47-42c5c302e144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cd6aa1b2-c1bb-4394-a142-c5a9337a4c43"/>
  </ds:schemaRefs>
</ds:datastoreItem>
</file>

<file path=customXml/itemProps3.xml><?xml version="1.0" encoding="utf-8"?>
<ds:datastoreItem xmlns:ds="http://schemas.openxmlformats.org/officeDocument/2006/customXml" ds:itemID="{1F32BC0C-BF9E-4411-A89B-D94A5A8966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10840</TotalTime>
  <Words>2438</Words>
  <Application>Microsoft Macintosh PowerPoint</Application>
  <PresentationFormat>On-screen Show (16:10)</PresentationFormat>
  <Paragraphs>218</Paragraphs>
  <Slides>30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Courier New</vt:lpstr>
      <vt:lpstr>Wingdings</vt:lpstr>
      <vt:lpstr>Office Theme</vt:lpstr>
      <vt:lpstr>ENEL 500: Capstone</vt:lpstr>
      <vt:lpstr>About me</vt:lpstr>
      <vt:lpstr>PowerPoint Presentation</vt:lpstr>
      <vt:lpstr>What is ENEL 500?</vt:lpstr>
      <vt:lpstr>What course suits you? </vt:lpstr>
      <vt:lpstr>What counts as an industry-sponsored project?</vt:lpstr>
      <vt:lpstr>Who can sponsor?</vt:lpstr>
      <vt:lpstr>How to find a sponsor?</vt:lpstr>
      <vt:lpstr>Will the instructor provide projects?</vt:lpstr>
      <vt:lpstr>Quick project eligibility checklist</vt:lpstr>
      <vt:lpstr>Process &amp; feedback</vt:lpstr>
      <vt:lpstr>Examples to guide your scoping</vt:lpstr>
      <vt:lpstr>Team size &amp; composition</vt:lpstr>
      <vt:lpstr>Forming your team</vt:lpstr>
      <vt:lpstr>Team Forming Deadline</vt:lpstr>
      <vt:lpstr>Initial project proposal submission</vt:lpstr>
      <vt:lpstr>After you submit</vt:lpstr>
      <vt:lpstr>kick‑off meeting with the TA</vt:lpstr>
      <vt:lpstr>Final Project Proposal</vt:lpstr>
      <vt:lpstr>Communication Protocol</vt:lpstr>
      <vt:lpstr>Project Manager (a.k.a Team Manager)</vt:lpstr>
      <vt:lpstr>Project Manager (a.k.a Team Manager)</vt:lpstr>
      <vt:lpstr>Technical Academic Advisor</vt:lpstr>
      <vt:lpstr>Industry Sponsor Representative </vt:lpstr>
      <vt:lpstr>Who can serve as an academic advisor?</vt:lpstr>
      <vt:lpstr>How to find an advisor (practical steps)</vt:lpstr>
      <vt:lpstr>Working with your advisor</vt:lpstr>
      <vt:lpstr>Lab Technician (for hardware projects)</vt:lpstr>
      <vt:lpstr>Teaching Assistants (TAs)</vt:lpstr>
      <vt:lpstr>Have you finalized your team contracts?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Cressman</dc:creator>
  <cp:lastModifiedBy>Hamidreza Zareipour</cp:lastModifiedBy>
  <cp:revision>65</cp:revision>
  <dcterms:created xsi:type="dcterms:W3CDTF">2013-07-31T17:26:06Z</dcterms:created>
  <dcterms:modified xsi:type="dcterms:W3CDTF">2026-07-03T17:43:28Z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0x0101005EECB0194EC94749AF7D45841C34C399</vt:lpwstr>
  </property>
  <property fmtid="{D5CDD505-2E9C-101B-9397-08002B2CF9AE}" pid="3" name="MediaServiceImageTags">
    <vt:lpwstr/>
  </property>
</Properties>
</file>