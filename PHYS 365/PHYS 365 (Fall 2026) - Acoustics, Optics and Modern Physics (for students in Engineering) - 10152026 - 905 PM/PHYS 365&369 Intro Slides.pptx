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12"/>
  </p:notesMasterIdLst>
  <p:sldIdLst>
    <p:sldId id="256" r:id="rId2"/>
    <p:sldId id="542" r:id="rId3"/>
    <p:sldId id="263" r:id="rId4"/>
    <p:sldId id="264" r:id="rId5"/>
    <p:sldId id="265" r:id="rId6"/>
    <p:sldId id="270" r:id="rId7"/>
    <p:sldId id="274" r:id="rId8"/>
    <p:sldId id="273" r:id="rId9"/>
    <p:sldId id="275" r:id="rId10"/>
    <p:sldId id="280" r:id="rId11"/>
  </p:sldIdLst>
  <p:sldSz cx="9144000" cy="5143500" type="screen16x9"/>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3024">
          <p15:clr>
            <a:srgbClr val="A4A3A4"/>
          </p15:clr>
        </p15:guide>
        <p15:guide id="4"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9D9D9"/>
    <a:srgbClr val="EEEC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5063DF-E348-1E46-9D56-B1B392DED265}" v="9" dt="2026-08-28T22:07:17.2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33" d="100"/>
          <a:sy n="133" d="100"/>
        </p:scale>
        <p:origin x="906" y="96"/>
      </p:cViewPr>
      <p:guideLst>
        <p:guide orient="horz" pos="2160"/>
        <p:guide pos="2880"/>
        <p:guide orient="horz" pos="162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an Stotyn" userId="e0dba478-6570-4911-a52a-36ff5bd4645a" providerId="ADAL" clId="{624840DF-436B-5A4C-9F32-8BF510028C12}"/>
    <pc:docChg chg="undo custSel addSld delSld modSld">
      <pc:chgData name="Sean Stotyn" userId="e0dba478-6570-4911-a52a-36ff5bd4645a" providerId="ADAL" clId="{624840DF-436B-5A4C-9F32-8BF510028C12}" dt="2026-08-27T20:06:59.498" v="389" actId="20577"/>
      <pc:docMkLst>
        <pc:docMk/>
      </pc:docMkLst>
      <pc:sldChg chg="modSp mod">
        <pc:chgData name="Sean Stotyn" userId="e0dba478-6570-4911-a52a-36ff5bd4645a" providerId="ADAL" clId="{624840DF-436B-5A4C-9F32-8BF510028C12}" dt="2026-08-27T19:57:46.414" v="4" actId="20577"/>
        <pc:sldMkLst>
          <pc:docMk/>
          <pc:sldMk cId="0" sldId="256"/>
        </pc:sldMkLst>
        <pc:spChg chg="mod">
          <ac:chgData name="Sean Stotyn" userId="e0dba478-6570-4911-a52a-36ff5bd4645a" providerId="ADAL" clId="{624840DF-436B-5A4C-9F32-8BF510028C12}" dt="2026-08-27T19:57:46.414" v="4" actId="20577"/>
          <ac:spMkLst>
            <pc:docMk/>
            <pc:sldMk cId="0" sldId="256"/>
            <ac:spMk id="137" creationId="{00000000-0000-0000-0000-000000000000}"/>
          </ac:spMkLst>
        </pc:spChg>
      </pc:sldChg>
      <pc:sldChg chg="modSp mod">
        <pc:chgData name="Sean Stotyn" userId="e0dba478-6570-4911-a52a-36ff5bd4645a" providerId="ADAL" clId="{624840DF-436B-5A4C-9F32-8BF510028C12}" dt="2026-08-27T19:59:17.259" v="13" actId="20577"/>
        <pc:sldMkLst>
          <pc:docMk/>
          <pc:sldMk cId="0" sldId="263"/>
        </pc:sldMkLst>
        <pc:spChg chg="mod">
          <ac:chgData name="Sean Stotyn" userId="e0dba478-6570-4911-a52a-36ff5bd4645a" providerId="ADAL" clId="{624840DF-436B-5A4C-9F32-8BF510028C12}" dt="2026-08-27T19:59:17.259" v="13" actId="20577"/>
          <ac:spMkLst>
            <pc:docMk/>
            <pc:sldMk cId="0" sldId="263"/>
            <ac:spMk id="181" creationId="{00000000-0000-0000-0000-000000000000}"/>
          </ac:spMkLst>
        </pc:spChg>
      </pc:sldChg>
      <pc:sldChg chg="modSp mod">
        <pc:chgData name="Sean Stotyn" userId="e0dba478-6570-4911-a52a-36ff5bd4645a" providerId="ADAL" clId="{624840DF-436B-5A4C-9F32-8BF510028C12}" dt="2026-08-27T20:00:39.432" v="28" actId="20577"/>
        <pc:sldMkLst>
          <pc:docMk/>
          <pc:sldMk cId="0" sldId="264"/>
        </pc:sldMkLst>
        <pc:graphicFrameChg chg="modGraphic">
          <ac:chgData name="Sean Stotyn" userId="e0dba478-6570-4911-a52a-36ff5bd4645a" providerId="ADAL" clId="{624840DF-436B-5A4C-9F32-8BF510028C12}" dt="2026-08-27T20:00:39.432" v="28" actId="20577"/>
          <ac:graphicFrameMkLst>
            <pc:docMk/>
            <pc:sldMk cId="0" sldId="264"/>
            <ac:graphicFrameMk id="185" creationId="{00000000-0000-0000-0000-000000000000}"/>
          </ac:graphicFrameMkLst>
        </pc:graphicFrameChg>
      </pc:sldChg>
      <pc:sldChg chg="delSp modSp mod">
        <pc:chgData name="Sean Stotyn" userId="e0dba478-6570-4911-a52a-36ff5bd4645a" providerId="ADAL" clId="{624840DF-436B-5A4C-9F32-8BF510028C12}" dt="2026-08-27T20:01:32.711" v="85" actId="478"/>
        <pc:sldMkLst>
          <pc:docMk/>
          <pc:sldMk cId="0" sldId="265"/>
        </pc:sldMkLst>
        <pc:spChg chg="mod">
          <ac:chgData name="Sean Stotyn" userId="e0dba478-6570-4911-a52a-36ff5bd4645a" providerId="ADAL" clId="{624840DF-436B-5A4C-9F32-8BF510028C12}" dt="2026-08-27T20:01:15.823" v="83" actId="20577"/>
          <ac:spMkLst>
            <pc:docMk/>
            <pc:sldMk cId="0" sldId="265"/>
            <ac:spMk id="190" creationId="{00000000-0000-0000-0000-000000000000}"/>
          </ac:spMkLst>
        </pc:spChg>
        <pc:spChg chg="del">
          <ac:chgData name="Sean Stotyn" userId="e0dba478-6570-4911-a52a-36ff5bd4645a" providerId="ADAL" clId="{624840DF-436B-5A4C-9F32-8BF510028C12}" dt="2026-08-27T20:01:32.711" v="85" actId="478"/>
          <ac:spMkLst>
            <pc:docMk/>
            <pc:sldMk cId="0" sldId="265"/>
            <ac:spMk id="192" creationId="{00000000-0000-0000-0000-000000000000}"/>
          </ac:spMkLst>
        </pc:spChg>
      </pc:sldChg>
      <pc:sldChg chg="del">
        <pc:chgData name="Sean Stotyn" userId="e0dba478-6570-4911-a52a-36ff5bd4645a" providerId="ADAL" clId="{624840DF-436B-5A4C-9F32-8BF510028C12}" dt="2026-08-27T16:56:46.617" v="0" actId="2696"/>
        <pc:sldMkLst>
          <pc:docMk/>
          <pc:sldMk cId="0" sldId="266"/>
        </pc:sldMkLst>
      </pc:sldChg>
      <pc:sldChg chg="modSp mod">
        <pc:chgData name="Sean Stotyn" userId="e0dba478-6570-4911-a52a-36ff5bd4645a" providerId="ADAL" clId="{624840DF-436B-5A4C-9F32-8BF510028C12}" dt="2026-08-27T20:02:26.196" v="120" actId="20577"/>
        <pc:sldMkLst>
          <pc:docMk/>
          <pc:sldMk cId="0" sldId="270"/>
        </pc:sldMkLst>
        <pc:spChg chg="mod">
          <ac:chgData name="Sean Stotyn" userId="e0dba478-6570-4911-a52a-36ff5bd4645a" providerId="ADAL" clId="{624840DF-436B-5A4C-9F32-8BF510028C12}" dt="2026-08-27T20:02:26.196" v="120" actId="20577"/>
          <ac:spMkLst>
            <pc:docMk/>
            <pc:sldMk cId="0" sldId="270"/>
            <ac:spMk id="209" creationId="{00000000-0000-0000-0000-000000000000}"/>
          </ac:spMkLst>
        </pc:spChg>
      </pc:sldChg>
      <pc:sldChg chg="modSp mod">
        <pc:chgData name="Sean Stotyn" userId="e0dba478-6570-4911-a52a-36ff5bd4645a" providerId="ADAL" clId="{624840DF-436B-5A4C-9F32-8BF510028C12}" dt="2026-08-27T20:05:47.244" v="365" actId="20577"/>
        <pc:sldMkLst>
          <pc:docMk/>
          <pc:sldMk cId="0" sldId="272"/>
        </pc:sldMkLst>
        <pc:spChg chg="mod">
          <ac:chgData name="Sean Stotyn" userId="e0dba478-6570-4911-a52a-36ff5bd4645a" providerId="ADAL" clId="{624840DF-436B-5A4C-9F32-8BF510028C12}" dt="2026-08-27T20:05:47.244" v="365" actId="20577"/>
          <ac:spMkLst>
            <pc:docMk/>
            <pc:sldMk cId="0" sldId="272"/>
            <ac:spMk id="216" creationId="{00000000-0000-0000-0000-000000000000}"/>
          </ac:spMkLst>
        </pc:spChg>
      </pc:sldChg>
      <pc:sldChg chg="modSp mod">
        <pc:chgData name="Sean Stotyn" userId="e0dba478-6570-4911-a52a-36ff5bd4645a" providerId="ADAL" clId="{624840DF-436B-5A4C-9F32-8BF510028C12}" dt="2026-08-27T20:02:41.790" v="126" actId="20577"/>
        <pc:sldMkLst>
          <pc:docMk/>
          <pc:sldMk cId="0" sldId="274"/>
        </pc:sldMkLst>
        <pc:spChg chg="mod">
          <ac:chgData name="Sean Stotyn" userId="e0dba478-6570-4911-a52a-36ff5bd4645a" providerId="ADAL" clId="{624840DF-436B-5A4C-9F32-8BF510028C12}" dt="2026-08-27T20:02:41.790" v="126" actId="20577"/>
          <ac:spMkLst>
            <pc:docMk/>
            <pc:sldMk cId="0" sldId="274"/>
            <ac:spMk id="220" creationId="{00000000-0000-0000-0000-000000000000}"/>
          </ac:spMkLst>
        </pc:spChg>
      </pc:sldChg>
      <pc:sldChg chg="modSp mod">
        <pc:chgData name="Sean Stotyn" userId="e0dba478-6570-4911-a52a-36ff5bd4645a" providerId="ADAL" clId="{624840DF-436B-5A4C-9F32-8BF510028C12}" dt="2026-08-27T20:06:59.498" v="389" actId="20577"/>
        <pc:sldMkLst>
          <pc:docMk/>
          <pc:sldMk cId="0" sldId="275"/>
        </pc:sldMkLst>
        <pc:spChg chg="mod">
          <ac:chgData name="Sean Stotyn" userId="e0dba478-6570-4911-a52a-36ff5bd4645a" providerId="ADAL" clId="{624840DF-436B-5A4C-9F32-8BF510028C12}" dt="2026-08-27T20:06:31.478" v="373" actId="20577"/>
          <ac:spMkLst>
            <pc:docMk/>
            <pc:sldMk cId="0" sldId="275"/>
            <ac:spMk id="222" creationId="{00000000-0000-0000-0000-000000000000}"/>
          </ac:spMkLst>
        </pc:spChg>
        <pc:spChg chg="mod">
          <ac:chgData name="Sean Stotyn" userId="e0dba478-6570-4911-a52a-36ff5bd4645a" providerId="ADAL" clId="{624840DF-436B-5A4C-9F32-8BF510028C12}" dt="2026-08-27T20:06:59.498" v="389" actId="20577"/>
          <ac:spMkLst>
            <pc:docMk/>
            <pc:sldMk cId="0" sldId="275"/>
            <ac:spMk id="224" creationId="{00000000-0000-0000-0000-000000000000}"/>
          </ac:spMkLst>
        </pc:spChg>
      </pc:sldChg>
      <pc:sldChg chg="modSp mod">
        <pc:chgData name="Sean Stotyn" userId="e0dba478-6570-4911-a52a-36ff5bd4645a" providerId="ADAL" clId="{624840DF-436B-5A4C-9F32-8BF510028C12}" dt="2026-08-27T19:58:10.624" v="10" actId="20577"/>
        <pc:sldMkLst>
          <pc:docMk/>
          <pc:sldMk cId="3704975276" sldId="1012"/>
        </pc:sldMkLst>
        <pc:spChg chg="mod">
          <ac:chgData name="Sean Stotyn" userId="e0dba478-6570-4911-a52a-36ff5bd4645a" providerId="ADAL" clId="{624840DF-436B-5A4C-9F32-8BF510028C12}" dt="2026-08-27T19:58:10.624" v="10" actId="20577"/>
          <ac:spMkLst>
            <pc:docMk/>
            <pc:sldMk cId="3704975276" sldId="1012"/>
            <ac:spMk id="137" creationId="{1ED7A530-832C-C64F-41F5-8CFCB3687846}"/>
          </ac:spMkLst>
        </pc:spChg>
      </pc:sldChg>
      <pc:sldChg chg="delSp modSp mod">
        <pc:chgData name="Sean Stotyn" userId="e0dba478-6570-4911-a52a-36ff5bd4645a" providerId="ADAL" clId="{624840DF-436B-5A4C-9F32-8BF510028C12}" dt="2026-08-27T20:01:50.698" v="114" actId="20577"/>
        <pc:sldMkLst>
          <pc:docMk/>
          <pc:sldMk cId="1033473524" sldId="1013"/>
        </pc:sldMkLst>
        <pc:spChg chg="mod">
          <ac:chgData name="Sean Stotyn" userId="e0dba478-6570-4911-a52a-36ff5bd4645a" providerId="ADAL" clId="{624840DF-436B-5A4C-9F32-8BF510028C12}" dt="2026-08-27T20:01:50.698" v="114" actId="20577"/>
          <ac:spMkLst>
            <pc:docMk/>
            <pc:sldMk cId="1033473524" sldId="1013"/>
            <ac:spMk id="190" creationId="{8C6EBFC5-5046-5EA1-C5FF-322D294DE126}"/>
          </ac:spMkLst>
        </pc:spChg>
        <pc:spChg chg="del">
          <ac:chgData name="Sean Stotyn" userId="e0dba478-6570-4911-a52a-36ff5bd4645a" providerId="ADAL" clId="{624840DF-436B-5A4C-9F32-8BF510028C12}" dt="2026-08-27T20:01:31.036" v="84" actId="478"/>
          <ac:spMkLst>
            <pc:docMk/>
            <pc:sldMk cId="1033473524" sldId="1013"/>
            <ac:spMk id="192" creationId="{F7AB0F03-C932-E66C-73A4-159C8BB364CB}"/>
          </ac:spMkLst>
        </pc:spChg>
      </pc:sldChg>
      <pc:sldChg chg="add del">
        <pc:chgData name="Sean Stotyn" userId="e0dba478-6570-4911-a52a-36ff5bd4645a" providerId="ADAL" clId="{624840DF-436B-5A4C-9F32-8BF510028C12}" dt="2026-08-27T19:59:12.669" v="12" actId="2696"/>
        <pc:sldMkLst>
          <pc:docMk/>
          <pc:sldMk cId="3619132653" sldId="1014"/>
        </pc:sldMkLst>
      </pc:sldChg>
    </pc:docChg>
  </pc:docChgLst>
  <pc:docChgLst>
    <pc:chgData name="Sean Stotyn" userId="e0dba478-6570-4911-a52a-36ff5bd4645a" providerId="ADAL" clId="{60D95106-AFAB-52CE-B4DD-DC8DD1F8E51C}"/>
    <pc:docChg chg="custSel delSld modSld">
      <pc:chgData name="Sean Stotyn" userId="e0dba478-6570-4911-a52a-36ff5bd4645a" providerId="ADAL" clId="{60D95106-AFAB-52CE-B4DD-DC8DD1F8E51C}" dt="2026-08-28T22:08:34.322" v="177" actId="1076"/>
      <pc:docMkLst>
        <pc:docMk/>
      </pc:docMkLst>
      <pc:sldChg chg="del">
        <pc:chgData name="Sean Stotyn" userId="e0dba478-6570-4911-a52a-36ff5bd4645a" providerId="ADAL" clId="{60D95106-AFAB-52CE-B4DD-DC8DD1F8E51C}" dt="2026-08-28T22:08:13.606" v="174" actId="2696"/>
        <pc:sldMkLst>
          <pc:docMk/>
          <pc:sldMk cId="0" sldId="262"/>
        </pc:sldMkLst>
      </pc:sldChg>
      <pc:sldChg chg="addSp delSp modSp mod">
        <pc:chgData name="Sean Stotyn" userId="e0dba478-6570-4911-a52a-36ff5bd4645a" providerId="ADAL" clId="{60D95106-AFAB-52CE-B4DD-DC8DD1F8E51C}" dt="2026-08-28T22:08:34.322" v="177" actId="1076"/>
        <pc:sldMkLst>
          <pc:docMk/>
          <pc:sldMk cId="0" sldId="263"/>
        </pc:sldMkLst>
        <pc:spChg chg="add mod">
          <ac:chgData name="Sean Stotyn" userId="e0dba478-6570-4911-a52a-36ff5bd4645a" providerId="ADAL" clId="{60D95106-AFAB-52CE-B4DD-DC8DD1F8E51C}" dt="2026-08-28T22:01:54.788" v="43" actId="20577"/>
          <ac:spMkLst>
            <pc:docMk/>
            <pc:sldMk cId="0" sldId="263"/>
            <ac:spMk id="2" creationId="{6B8CE8F2-3FA3-8283-629B-A332D2E04CDC}"/>
          </ac:spMkLst>
        </pc:spChg>
        <pc:spChg chg="add mod">
          <ac:chgData name="Sean Stotyn" userId="e0dba478-6570-4911-a52a-36ff5bd4645a" providerId="ADAL" clId="{60D95106-AFAB-52CE-B4DD-DC8DD1F8E51C}" dt="2026-08-28T22:08:24.007" v="175" actId="1076"/>
          <ac:spMkLst>
            <pc:docMk/>
            <pc:sldMk cId="0" sldId="263"/>
            <ac:spMk id="6" creationId="{4A4F7902-09D9-09B9-BEB8-AE73CE486B38}"/>
          </ac:spMkLst>
        </pc:spChg>
        <pc:spChg chg="add mod">
          <ac:chgData name="Sean Stotyn" userId="e0dba478-6570-4911-a52a-36ff5bd4645a" providerId="ADAL" clId="{60D95106-AFAB-52CE-B4DD-DC8DD1F8E51C}" dt="2026-08-28T22:08:24.007" v="175" actId="1076"/>
          <ac:spMkLst>
            <pc:docMk/>
            <pc:sldMk cId="0" sldId="263"/>
            <ac:spMk id="7" creationId="{92349BB5-A419-E0FC-5169-B33216E230A9}"/>
          </ac:spMkLst>
        </pc:spChg>
        <pc:spChg chg="add mod">
          <ac:chgData name="Sean Stotyn" userId="e0dba478-6570-4911-a52a-36ff5bd4645a" providerId="ADAL" clId="{60D95106-AFAB-52CE-B4DD-DC8DD1F8E51C}" dt="2026-08-28T22:08:30.624" v="176" actId="1076"/>
          <ac:spMkLst>
            <pc:docMk/>
            <pc:sldMk cId="0" sldId="263"/>
            <ac:spMk id="8" creationId="{25A6C32F-CE89-70C0-CB73-E276CE79F20D}"/>
          </ac:spMkLst>
        </pc:spChg>
        <pc:spChg chg="add del mod">
          <ac:chgData name="Sean Stotyn" userId="e0dba478-6570-4911-a52a-36ff5bd4645a" providerId="ADAL" clId="{60D95106-AFAB-52CE-B4DD-DC8DD1F8E51C}" dt="2026-08-28T22:06:55.662" v="156"/>
          <ac:spMkLst>
            <pc:docMk/>
            <pc:sldMk cId="0" sldId="263"/>
            <ac:spMk id="9" creationId="{035B7D6C-BB8C-3A7A-1F3B-BEA06AA75ECF}"/>
          </ac:spMkLst>
        </pc:spChg>
        <pc:spChg chg="add mod">
          <ac:chgData name="Sean Stotyn" userId="e0dba478-6570-4911-a52a-36ff5bd4645a" providerId="ADAL" clId="{60D95106-AFAB-52CE-B4DD-DC8DD1F8E51C}" dt="2026-08-28T22:08:34.322" v="177" actId="1076"/>
          <ac:spMkLst>
            <pc:docMk/>
            <pc:sldMk cId="0" sldId="263"/>
            <ac:spMk id="10" creationId="{33BEB64C-EDB2-B293-49A3-188170266953}"/>
          </ac:spMkLst>
        </pc:spChg>
        <pc:spChg chg="del">
          <ac:chgData name="Sean Stotyn" userId="e0dba478-6570-4911-a52a-36ff5bd4645a" providerId="ADAL" clId="{60D95106-AFAB-52CE-B4DD-DC8DD1F8E51C}" dt="2026-08-28T22:01:38.428" v="10" actId="478"/>
          <ac:spMkLst>
            <pc:docMk/>
            <pc:sldMk cId="0" sldId="263"/>
            <ac:spMk id="181" creationId="{00000000-0000-0000-0000-000000000000}"/>
          </ac:spMkLst>
        </pc:spChg>
        <pc:spChg chg="mod">
          <ac:chgData name="Sean Stotyn" userId="e0dba478-6570-4911-a52a-36ff5bd4645a" providerId="ADAL" clId="{60D95106-AFAB-52CE-B4DD-DC8DD1F8E51C}" dt="2026-08-28T22:05:48.322" v="136" actId="1076"/>
          <ac:spMkLst>
            <pc:docMk/>
            <pc:sldMk cId="0" sldId="263"/>
            <ac:spMk id="182" creationId="{00000000-0000-0000-0000-000000000000}"/>
          </ac:spMkLst>
        </pc:spChg>
        <pc:spChg chg="mod">
          <ac:chgData name="Sean Stotyn" userId="e0dba478-6570-4911-a52a-36ff5bd4645a" providerId="ADAL" clId="{60D95106-AFAB-52CE-B4DD-DC8DD1F8E51C}" dt="2026-08-28T22:05:44.354" v="135" actId="1076"/>
          <ac:spMkLst>
            <pc:docMk/>
            <pc:sldMk cId="0" sldId="263"/>
            <ac:spMk id="183" creationId="{00000000-0000-0000-0000-000000000000}"/>
          </ac:spMkLst>
        </pc:spChg>
        <pc:spChg chg="del mod">
          <ac:chgData name="Sean Stotyn" userId="e0dba478-6570-4911-a52a-36ff5bd4645a" providerId="ADAL" clId="{60D95106-AFAB-52CE-B4DD-DC8DD1F8E51C}" dt="2026-08-28T22:04:10.320" v="84" actId="478"/>
          <ac:spMkLst>
            <pc:docMk/>
            <pc:sldMk cId="0" sldId="263"/>
            <ac:spMk id="184" creationId="{00000000-0000-0000-0000-000000000000}"/>
          </ac:spMkLst>
        </pc:spChg>
        <pc:picChg chg="add mod">
          <ac:chgData name="Sean Stotyn" userId="e0dba478-6570-4911-a52a-36ff5bd4645a" providerId="ADAL" clId="{60D95106-AFAB-52CE-B4DD-DC8DD1F8E51C}" dt="2026-08-28T22:07:56.605" v="169" actId="1076"/>
          <ac:picMkLst>
            <pc:docMk/>
            <pc:sldMk cId="0" sldId="263"/>
            <ac:picMk id="3" creationId="{6CD560A1-3C10-542D-A23F-AB7BD2D30312}"/>
          </ac:picMkLst>
        </pc:picChg>
        <pc:picChg chg="add del mod">
          <ac:chgData name="Sean Stotyn" userId="e0dba478-6570-4911-a52a-36ff5bd4645a" providerId="ADAL" clId="{60D95106-AFAB-52CE-B4DD-DC8DD1F8E51C}" dt="2026-08-28T22:03:13.076" v="55" actId="478"/>
          <ac:picMkLst>
            <pc:docMk/>
            <pc:sldMk cId="0" sldId="263"/>
            <ac:picMk id="4" creationId="{354AE867-73A1-8A33-63F9-4D909842266F}"/>
          </ac:picMkLst>
        </pc:picChg>
        <pc:picChg chg="add mod modCrop">
          <ac:chgData name="Sean Stotyn" userId="e0dba478-6570-4911-a52a-36ff5bd4645a" providerId="ADAL" clId="{60D95106-AFAB-52CE-B4DD-DC8DD1F8E51C}" dt="2026-08-28T22:08:05.456" v="171" actId="1076"/>
          <ac:picMkLst>
            <pc:docMk/>
            <pc:sldMk cId="0" sldId="263"/>
            <ac:picMk id="5" creationId="{462BFC7A-66C3-8296-432F-ACB36736B5A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CA"/>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1C081FF0-826C-409B-9A4A-00728E48800D}" type="datetimeFigureOut">
              <a:rPr lang="en-CA" smtClean="0"/>
              <a:pPr/>
              <a:t>2026-08-30</a:t>
            </a:fld>
            <a:endParaRPr lang="en-CA"/>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CA"/>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CA"/>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DBAC1737-627C-41FF-8A93-5358B38ABE33}" type="slidenum">
              <a:rPr lang="en-CA" smtClean="0"/>
              <a:pPr/>
              <a:t>‹#›</a:t>
            </a:fld>
            <a:endParaRPr lang="en-CA"/>
          </a:p>
        </p:txBody>
      </p:sp>
    </p:spTree>
    <p:extLst>
      <p:ext uri="{BB962C8B-B14F-4D97-AF65-F5344CB8AC3E}">
        <p14:creationId xmlns:p14="http://schemas.microsoft.com/office/powerpoint/2010/main" val="302635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BAC1737-627C-41FF-8A93-5358B38ABE33}" type="slidenum">
              <a:rPr lang="en-CA" smtClean="0"/>
              <a:pPr/>
              <a:t>0</a:t>
            </a:fld>
            <a:endParaRPr lang="en-CA"/>
          </a:p>
        </p:txBody>
      </p:sp>
    </p:spTree>
    <p:extLst>
      <p:ext uri="{BB962C8B-B14F-4D97-AF65-F5344CB8AC3E}">
        <p14:creationId xmlns:p14="http://schemas.microsoft.com/office/powerpoint/2010/main" val="1755310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p:cNvSpPr>
          <p:nvPr>
            <p:ph type="sldNum" idx="13"/>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1200" b="0" strike="noStrike" spc="-1">
                <a:solidFill>
                  <a:srgbClr val="000000"/>
                </a:solidFill>
                <a:latin typeface="Arial"/>
                <a:ea typeface="Microsoft YaHei"/>
              </a:defRPr>
            </a:lvl1pPr>
          </a:lstStyle>
          <a:p>
            <a:pPr algn="r">
              <a:lnSpc>
                <a:spcPct val="100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AA82E500-FC7B-4B17-80D0-0C39A5ADCB67}" type="slidenum">
              <a:rPr lang="en-US" sz="1200" b="0" strike="noStrike" spc="-1">
                <a:solidFill>
                  <a:srgbClr val="000000"/>
                </a:solidFill>
                <a:latin typeface="Arial"/>
                <a:ea typeface="Microsoft YaHei"/>
              </a:rPr>
              <a:t>4</a:t>
            </a:fld>
            <a:endParaRPr lang="en-CA" sz="1200" b="0" strike="noStrike" spc="-1">
              <a:latin typeface="Times New Roman"/>
            </a:endParaRPr>
          </a:p>
        </p:txBody>
      </p:sp>
      <p:sp>
        <p:nvSpPr>
          <p:cNvPr id="240" name="Text Box 1"/>
          <p:cNvSpPr/>
          <p:nvPr/>
        </p:nvSpPr>
        <p:spPr>
          <a:xfrm>
            <a:off x="3884760" y="8685360"/>
            <a:ext cx="2970720" cy="45612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b">
            <a:noAutofit/>
          </a:bodyPr>
          <a:lstStyle/>
          <a:p>
            <a:pPr algn="r">
              <a:lnSpc>
                <a:spcPct val="100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DBE49CC2-56C1-4970-8630-EFF9F43D64A2}" type="slidenum">
              <a:rPr lang="en-US" sz="1200" b="0" strike="noStrike" spc="-1">
                <a:solidFill>
                  <a:srgbClr val="000000"/>
                </a:solidFill>
                <a:latin typeface="Arial"/>
                <a:ea typeface="Microsoft YaHei"/>
              </a:rPr>
              <a:t>4</a:t>
            </a:fld>
            <a:endParaRPr lang="en-CA" sz="1200" b="0" strike="noStrike" spc="-1">
              <a:latin typeface="Arial"/>
            </a:endParaRPr>
          </a:p>
        </p:txBody>
      </p:sp>
      <p:sp>
        <p:nvSpPr>
          <p:cNvPr id="241" name="PlaceHolder 2"/>
          <p:cNvSpPr>
            <a:spLocks noGrp="1" noRot="1" noChangeAspect="1"/>
          </p:cNvSpPr>
          <p:nvPr>
            <p:ph type="sldImg"/>
          </p:nvPr>
        </p:nvSpPr>
        <p:spPr>
          <a:xfrm>
            <a:off x="382588" y="685800"/>
            <a:ext cx="6091237" cy="3427413"/>
          </a:xfrm>
          <a:prstGeom prst="rect">
            <a:avLst/>
          </a:prstGeom>
          <a:ln w="0">
            <a:noFill/>
          </a:ln>
        </p:spPr>
      </p:sp>
      <p:sp>
        <p:nvSpPr>
          <p:cNvPr id="242" name="Text Box 3"/>
          <p:cNvSpPr/>
          <p:nvPr/>
        </p:nvSpPr>
        <p:spPr>
          <a:xfrm>
            <a:off x="685800" y="4343400"/>
            <a:ext cx="5485320" cy="4113720"/>
          </a:xfrm>
          <a:prstGeom prst="rect">
            <a:avLst/>
          </a:prstGeom>
          <a:noFill/>
          <a:ln w="0">
            <a:noFill/>
          </a:ln>
        </p:spPr>
        <p:style>
          <a:lnRef idx="0">
            <a:scrgbClr r="0" g="0" b="0"/>
          </a:lnRef>
          <a:fillRef idx="0">
            <a:scrgbClr r="0" g="0" b="0"/>
          </a:fillRef>
          <a:effectRef idx="0">
            <a:scrgbClr r="0" g="0" b="0"/>
          </a:effectRef>
          <a:fontRef idx="minor"/>
        </p:style>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lvl1pPr algn="ctr">
              <a:defRPr/>
            </a:lvl1pPr>
          </a:lstStyle>
          <a:p>
            <a:r>
              <a:rPr lang="en-US"/>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CA"/>
          </a:p>
        </p:txBody>
      </p:sp>
      <p:sp>
        <p:nvSpPr>
          <p:cNvPr id="4" name="Rectangle 3"/>
          <p:cNvSpPr/>
          <p:nvPr userDrawn="1"/>
        </p:nvSpPr>
        <p:spPr>
          <a:xfrm>
            <a:off x="7956376" y="4785996"/>
            <a:ext cx="1187624" cy="3575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379418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552" y="33470"/>
            <a:ext cx="8424936" cy="648071"/>
          </a:xfrm>
        </p:spPr>
        <p:txBody>
          <a:bodyPr/>
          <a:lstStyle>
            <a:lvl1pPr algn="l">
              <a:defRPr/>
            </a:lvl1pPr>
          </a:lstStyle>
          <a:p>
            <a:r>
              <a:rPr lang="en-US"/>
              <a:t>Click to edit Master title style</a:t>
            </a:r>
            <a:endParaRPr lang="en-CA"/>
          </a:p>
        </p:txBody>
      </p:sp>
      <p:sp>
        <p:nvSpPr>
          <p:cNvPr id="3" name="Content Placeholder 2"/>
          <p:cNvSpPr>
            <a:spLocks noGrp="1"/>
          </p:cNvSpPr>
          <p:nvPr>
            <p:ph idx="1"/>
          </p:nvPr>
        </p:nvSpPr>
        <p:spPr>
          <a:xfrm>
            <a:off x="539552" y="843560"/>
            <a:ext cx="8424936" cy="4158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905054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180037"/>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F3F62865-C4E3-4BF0-9798-8FC6814BDD8D}" type="datetimeFigureOut">
              <a:rPr lang="en-CA" smtClean="0"/>
              <a:pPr/>
              <a:t>2026-08-30</a:t>
            </a:fld>
            <a:endParaRPr lang="en-CA"/>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CA"/>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C13CD180-5578-4089-869F-A3AC23F8BE3C}" type="slidenum">
              <a:rPr lang="en-CA" smtClean="0"/>
              <a:pPr/>
              <a:t>‹#›</a:t>
            </a:fld>
            <a:endParaRPr lang="en-CA"/>
          </a:p>
        </p:txBody>
      </p:sp>
    </p:spTree>
    <p:extLst>
      <p:ext uri="{BB962C8B-B14F-4D97-AF65-F5344CB8AC3E}">
        <p14:creationId xmlns:p14="http://schemas.microsoft.com/office/powerpoint/2010/main" val="2464103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F3F62865-C4E3-4BF0-9798-8FC6814BDD8D}" type="datetimeFigureOut">
              <a:rPr lang="en-CA" smtClean="0"/>
              <a:pPr/>
              <a:t>2026-08-30</a:t>
            </a:fld>
            <a:endParaRPr lang="en-CA"/>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CA"/>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C13CD180-5578-4089-869F-A3AC23F8BE3C}" type="slidenum">
              <a:rPr lang="en-CA" smtClean="0"/>
              <a:pPr/>
              <a:t>‹#›</a:t>
            </a:fld>
            <a:endParaRPr lang="en-CA"/>
          </a:p>
        </p:txBody>
      </p:sp>
    </p:spTree>
    <p:extLst>
      <p:ext uri="{BB962C8B-B14F-4D97-AF65-F5344CB8AC3E}">
        <p14:creationId xmlns:p14="http://schemas.microsoft.com/office/powerpoint/2010/main" val="3458210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1"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a:xfrm>
            <a:off x="457200" y="4767264"/>
            <a:ext cx="2133600" cy="273844"/>
          </a:xfrm>
          <a:prstGeom prst="rect">
            <a:avLst/>
          </a:prstGeom>
        </p:spPr>
        <p:txBody>
          <a:bodyPr/>
          <a:lstStyle/>
          <a:p>
            <a:fld id="{F3F62865-C4E3-4BF0-9798-8FC6814BDD8D}" type="datetimeFigureOut">
              <a:rPr lang="en-CA" smtClean="0"/>
              <a:pPr/>
              <a:t>2026-08-30</a:t>
            </a:fld>
            <a:endParaRPr lang="en-CA"/>
          </a:p>
        </p:txBody>
      </p:sp>
      <p:sp>
        <p:nvSpPr>
          <p:cNvPr id="8" name="Footer Placeholder 7"/>
          <p:cNvSpPr>
            <a:spLocks noGrp="1"/>
          </p:cNvSpPr>
          <p:nvPr>
            <p:ph type="ftr" sz="quarter" idx="11"/>
          </p:nvPr>
        </p:nvSpPr>
        <p:spPr>
          <a:xfrm>
            <a:off x="3124200" y="4767264"/>
            <a:ext cx="2895600" cy="273844"/>
          </a:xfrm>
          <a:prstGeom prst="rect">
            <a:avLst/>
          </a:prstGeom>
        </p:spPr>
        <p:txBody>
          <a:bodyPr/>
          <a:lstStyle/>
          <a:p>
            <a:endParaRPr lang="en-CA"/>
          </a:p>
        </p:txBody>
      </p:sp>
      <p:sp>
        <p:nvSpPr>
          <p:cNvPr id="9" name="Slide Number Placeholder 8"/>
          <p:cNvSpPr>
            <a:spLocks noGrp="1"/>
          </p:cNvSpPr>
          <p:nvPr>
            <p:ph type="sldNum" sz="quarter" idx="12"/>
          </p:nvPr>
        </p:nvSpPr>
        <p:spPr>
          <a:xfrm>
            <a:off x="6553200" y="4767264"/>
            <a:ext cx="2133600" cy="273844"/>
          </a:xfrm>
          <a:prstGeom prst="rect">
            <a:avLst/>
          </a:prstGeom>
        </p:spPr>
        <p:txBody>
          <a:bodyPr/>
          <a:lstStyle/>
          <a:p>
            <a:fld id="{C13CD180-5578-4089-869F-A3AC23F8BE3C}" type="slidenum">
              <a:rPr lang="en-CA" smtClean="0"/>
              <a:pPr/>
              <a:t>‹#›</a:t>
            </a:fld>
            <a:endParaRPr lang="en-CA"/>
          </a:p>
        </p:txBody>
      </p:sp>
    </p:spTree>
    <p:extLst>
      <p:ext uri="{BB962C8B-B14F-4D97-AF65-F5344CB8AC3E}">
        <p14:creationId xmlns:p14="http://schemas.microsoft.com/office/powerpoint/2010/main" val="3823082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a:xfrm>
            <a:off x="457200" y="4767264"/>
            <a:ext cx="2133600" cy="273844"/>
          </a:xfrm>
          <a:prstGeom prst="rect">
            <a:avLst/>
          </a:prstGeom>
        </p:spPr>
        <p:txBody>
          <a:bodyPr/>
          <a:lstStyle/>
          <a:p>
            <a:fld id="{F3F62865-C4E3-4BF0-9798-8FC6814BDD8D}" type="datetimeFigureOut">
              <a:rPr lang="en-CA" smtClean="0"/>
              <a:pPr/>
              <a:t>2026-08-30</a:t>
            </a:fld>
            <a:endParaRPr lang="en-CA"/>
          </a:p>
        </p:txBody>
      </p:sp>
      <p:sp>
        <p:nvSpPr>
          <p:cNvPr id="4" name="Footer Placeholder 3"/>
          <p:cNvSpPr>
            <a:spLocks noGrp="1"/>
          </p:cNvSpPr>
          <p:nvPr>
            <p:ph type="ftr" sz="quarter" idx="11"/>
          </p:nvPr>
        </p:nvSpPr>
        <p:spPr>
          <a:xfrm>
            <a:off x="3124200" y="4767264"/>
            <a:ext cx="2895600" cy="273844"/>
          </a:xfrm>
          <a:prstGeom prst="rect">
            <a:avLst/>
          </a:prstGeom>
        </p:spPr>
        <p:txBody>
          <a:bodyPr/>
          <a:lstStyle/>
          <a:p>
            <a:endParaRPr lang="en-CA"/>
          </a:p>
        </p:txBody>
      </p:sp>
      <p:sp>
        <p:nvSpPr>
          <p:cNvPr id="5" name="Slide Number Placeholder 4"/>
          <p:cNvSpPr>
            <a:spLocks noGrp="1"/>
          </p:cNvSpPr>
          <p:nvPr>
            <p:ph type="sldNum" sz="quarter" idx="12"/>
          </p:nvPr>
        </p:nvSpPr>
        <p:spPr>
          <a:xfrm>
            <a:off x="6553200" y="4767264"/>
            <a:ext cx="2133600" cy="273844"/>
          </a:xfrm>
          <a:prstGeom prst="rect">
            <a:avLst/>
          </a:prstGeom>
        </p:spPr>
        <p:txBody>
          <a:bodyPr/>
          <a:lstStyle/>
          <a:p>
            <a:fld id="{C13CD180-5578-4089-869F-A3AC23F8BE3C}" type="slidenum">
              <a:rPr lang="en-CA" smtClean="0"/>
              <a:pPr/>
              <a:t>‹#›</a:t>
            </a:fld>
            <a:endParaRPr lang="en-CA"/>
          </a:p>
        </p:txBody>
      </p:sp>
    </p:spTree>
    <p:extLst>
      <p:ext uri="{BB962C8B-B14F-4D97-AF65-F5344CB8AC3E}">
        <p14:creationId xmlns:p14="http://schemas.microsoft.com/office/powerpoint/2010/main" val="1253174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4"/>
            <a:ext cx="2133600" cy="273844"/>
          </a:xfrm>
          <a:prstGeom prst="rect">
            <a:avLst/>
          </a:prstGeom>
        </p:spPr>
        <p:txBody>
          <a:bodyPr/>
          <a:lstStyle/>
          <a:p>
            <a:fld id="{F3F62865-C4E3-4BF0-9798-8FC6814BDD8D}" type="datetimeFigureOut">
              <a:rPr lang="en-CA" smtClean="0"/>
              <a:pPr/>
              <a:t>2026-08-30</a:t>
            </a:fld>
            <a:endParaRPr lang="en-CA"/>
          </a:p>
        </p:txBody>
      </p:sp>
      <p:sp>
        <p:nvSpPr>
          <p:cNvPr id="3" name="Footer Placeholder 2"/>
          <p:cNvSpPr>
            <a:spLocks noGrp="1"/>
          </p:cNvSpPr>
          <p:nvPr>
            <p:ph type="ftr" sz="quarter" idx="11"/>
          </p:nvPr>
        </p:nvSpPr>
        <p:spPr>
          <a:xfrm>
            <a:off x="3124200" y="4767264"/>
            <a:ext cx="2895600" cy="273844"/>
          </a:xfrm>
          <a:prstGeom prst="rect">
            <a:avLst/>
          </a:prstGeom>
        </p:spPr>
        <p:txBody>
          <a:bodyPr/>
          <a:lstStyle/>
          <a:p>
            <a:endParaRPr lang="en-CA"/>
          </a:p>
        </p:txBody>
      </p:sp>
      <p:sp>
        <p:nvSpPr>
          <p:cNvPr id="4" name="Slide Number Placeholder 3"/>
          <p:cNvSpPr>
            <a:spLocks noGrp="1"/>
          </p:cNvSpPr>
          <p:nvPr>
            <p:ph type="sldNum" sz="quarter" idx="12"/>
          </p:nvPr>
        </p:nvSpPr>
        <p:spPr>
          <a:xfrm>
            <a:off x="6553200" y="4767264"/>
            <a:ext cx="2133600" cy="273844"/>
          </a:xfrm>
          <a:prstGeom prst="rect">
            <a:avLst/>
          </a:prstGeom>
        </p:spPr>
        <p:txBody>
          <a:bodyPr/>
          <a:lstStyle/>
          <a:p>
            <a:fld id="{C13CD180-5578-4089-869F-A3AC23F8BE3C}" type="slidenum">
              <a:rPr lang="en-CA" smtClean="0"/>
              <a:pPr/>
              <a:t>‹#›</a:t>
            </a:fld>
            <a:endParaRPr lang="en-CA"/>
          </a:p>
        </p:txBody>
      </p:sp>
    </p:spTree>
    <p:extLst>
      <p:ext uri="{BB962C8B-B14F-4D97-AF65-F5344CB8AC3E}">
        <p14:creationId xmlns:p14="http://schemas.microsoft.com/office/powerpoint/2010/main" val="3256038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7"/>
            <a:ext cx="3008313" cy="871538"/>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5" y="204790"/>
            <a:ext cx="5111751"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F3F62865-C4E3-4BF0-9798-8FC6814BDD8D}" type="datetimeFigureOut">
              <a:rPr lang="en-CA" smtClean="0"/>
              <a:pPr/>
              <a:t>2026-08-30</a:t>
            </a:fld>
            <a:endParaRPr lang="en-CA"/>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CA"/>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C13CD180-5578-4089-869F-A3AC23F8BE3C}" type="slidenum">
              <a:rPr lang="en-CA" smtClean="0"/>
              <a:pPr/>
              <a:t>‹#›</a:t>
            </a:fld>
            <a:endParaRPr lang="en-CA"/>
          </a:p>
        </p:txBody>
      </p:sp>
    </p:spTree>
    <p:extLst>
      <p:ext uri="{BB962C8B-B14F-4D97-AF65-F5344CB8AC3E}">
        <p14:creationId xmlns:p14="http://schemas.microsoft.com/office/powerpoint/2010/main" val="1665302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1792288" y="4025506"/>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F3F62865-C4E3-4BF0-9798-8FC6814BDD8D}" type="datetimeFigureOut">
              <a:rPr lang="en-CA" smtClean="0"/>
              <a:pPr/>
              <a:t>2026-08-30</a:t>
            </a:fld>
            <a:endParaRPr lang="en-CA"/>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CA"/>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C13CD180-5578-4089-869F-A3AC23F8BE3C}" type="slidenum">
              <a:rPr lang="en-CA" smtClean="0"/>
              <a:pPr/>
              <a:t>‹#›</a:t>
            </a:fld>
            <a:endParaRPr lang="en-CA"/>
          </a:p>
        </p:txBody>
      </p:sp>
    </p:spTree>
    <p:extLst>
      <p:ext uri="{BB962C8B-B14F-4D97-AF65-F5344CB8AC3E}">
        <p14:creationId xmlns:p14="http://schemas.microsoft.com/office/powerpoint/2010/main" val="341626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F3F62865-C4E3-4BF0-9798-8FC6814BDD8D}" type="datetimeFigureOut">
              <a:rPr lang="en-CA" smtClean="0"/>
              <a:pPr/>
              <a:t>2026-08-30</a:t>
            </a:fld>
            <a:endParaRPr lang="en-CA"/>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CA"/>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C13CD180-5578-4089-869F-A3AC23F8BE3C}" type="slidenum">
              <a:rPr lang="en-CA" smtClean="0"/>
              <a:pPr/>
              <a:t>‹#›</a:t>
            </a:fld>
            <a:endParaRPr lang="en-CA"/>
          </a:p>
        </p:txBody>
      </p:sp>
    </p:spTree>
    <p:extLst>
      <p:ext uri="{BB962C8B-B14F-4D97-AF65-F5344CB8AC3E}">
        <p14:creationId xmlns:p14="http://schemas.microsoft.com/office/powerpoint/2010/main" val="829913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F3F62865-C4E3-4BF0-9798-8FC6814BDD8D}" type="datetimeFigureOut">
              <a:rPr lang="en-CA" smtClean="0"/>
              <a:pPr/>
              <a:t>2026-08-30</a:t>
            </a:fld>
            <a:endParaRPr lang="en-CA"/>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CA"/>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C13CD180-5578-4089-869F-A3AC23F8BE3C}" type="slidenum">
              <a:rPr lang="en-CA" smtClean="0"/>
              <a:pPr/>
              <a:t>‹#›</a:t>
            </a:fld>
            <a:endParaRPr lang="en-CA"/>
          </a:p>
        </p:txBody>
      </p:sp>
    </p:spTree>
    <p:extLst>
      <p:ext uri="{BB962C8B-B14F-4D97-AF65-F5344CB8AC3E}">
        <p14:creationId xmlns:p14="http://schemas.microsoft.com/office/powerpoint/2010/main" val="850293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7544" y="87474"/>
            <a:ext cx="7776864" cy="648072"/>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467544" y="897564"/>
            <a:ext cx="8568952" cy="41044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Rectangle 6"/>
          <p:cNvSpPr/>
          <p:nvPr/>
        </p:nvSpPr>
        <p:spPr>
          <a:xfrm>
            <a:off x="4" y="0"/>
            <a:ext cx="388993" cy="51435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25000"/>
          </a:p>
        </p:txBody>
      </p:sp>
      <p:pic>
        <p:nvPicPr>
          <p:cNvPr id="8" name="Picture 2"/>
          <p:cNvPicPr>
            <a:picLocks noChangeArrowheads="1"/>
          </p:cNvPicPr>
          <p:nvPr/>
        </p:nvPicPr>
        <p:blipFill>
          <a:blip r:embed="rId13" cstate="print"/>
          <a:srcRect l="12193" t="8957" r="4195" b="3262"/>
          <a:stretch>
            <a:fillRect/>
          </a:stretch>
        </p:blipFill>
        <p:spPr bwMode="auto">
          <a:xfrm>
            <a:off x="6" y="3"/>
            <a:ext cx="388991" cy="411509"/>
          </a:xfrm>
          <a:prstGeom prst="rect">
            <a:avLst/>
          </a:prstGeom>
          <a:noFill/>
          <a:ln w="9525">
            <a:noFill/>
            <a:miter lim="800000"/>
            <a:headEnd/>
            <a:tailEnd/>
          </a:ln>
        </p:spPr>
      </p:pic>
      <p:sp>
        <p:nvSpPr>
          <p:cNvPr id="9" name="TextBox 8"/>
          <p:cNvSpPr txBox="1"/>
          <p:nvPr/>
        </p:nvSpPr>
        <p:spPr>
          <a:xfrm rot="16200000">
            <a:off x="-2158099" y="2658058"/>
            <a:ext cx="4623980" cy="307777"/>
          </a:xfrm>
          <a:prstGeom prst="rect">
            <a:avLst/>
          </a:prstGeom>
          <a:noFill/>
        </p:spPr>
        <p:txBody>
          <a:bodyPr wrap="square" rtlCol="0">
            <a:spAutoFit/>
          </a:bodyPr>
          <a:lstStyle/>
          <a:p>
            <a:r>
              <a:rPr lang="en-US" sz="1400" baseline="0" err="1">
                <a:solidFill>
                  <a:schemeClr val="bg1">
                    <a:lumMod val="65000"/>
                  </a:schemeClr>
                </a:solidFill>
                <a:latin typeface="Arial" pitchFamily="34" charset="0"/>
                <a:cs typeface="Arial" pitchFamily="34" charset="0"/>
              </a:rPr>
              <a:t>Phys</a:t>
            </a:r>
            <a:r>
              <a:rPr lang="en-US" sz="1400" baseline="0">
                <a:solidFill>
                  <a:schemeClr val="bg1">
                    <a:lumMod val="65000"/>
                  </a:schemeClr>
                </a:solidFill>
                <a:latin typeface="Arial" pitchFamily="34" charset="0"/>
                <a:cs typeface="Arial" pitchFamily="34" charset="0"/>
              </a:rPr>
              <a:t> 369: Acoustics, Optics and Radiation</a:t>
            </a:r>
            <a:endParaRPr lang="en-US" sz="1400">
              <a:solidFill>
                <a:schemeClr val="bg1">
                  <a:lumMod val="65000"/>
                </a:schemeClr>
              </a:solidFill>
              <a:latin typeface="Arial" pitchFamily="34" charset="0"/>
              <a:cs typeface="Arial" pitchFamily="34" charset="0"/>
            </a:endParaRPr>
          </a:p>
        </p:txBody>
      </p:sp>
      <p:sp>
        <p:nvSpPr>
          <p:cNvPr id="4" name="TextBox 3"/>
          <p:cNvSpPr txBox="1"/>
          <p:nvPr/>
        </p:nvSpPr>
        <p:spPr>
          <a:xfrm>
            <a:off x="7631832" y="4894011"/>
            <a:ext cx="1512168"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schemeClr val="bg1">
                    <a:lumMod val="65000"/>
                  </a:schemeClr>
                </a:solidFill>
                <a:effectLst/>
                <a:uLnTx/>
                <a:uFillTx/>
                <a:latin typeface="+mn-lt"/>
              </a:rPr>
              <a:t>Slide </a:t>
            </a:r>
            <a:fld id="{C13CD180-5578-4089-869F-A3AC23F8BE3C}" type="slidenum">
              <a:rPr kumimoji="0" lang="en-CA" sz="1400" b="0" i="0" u="none" strike="noStrike" kern="1200" cap="none" spc="0" normalizeH="0" baseline="0" noProof="0" smtClean="0">
                <a:ln>
                  <a:noFill/>
                </a:ln>
                <a:solidFill>
                  <a:schemeClr val="bg1">
                    <a:lumMod val="65000"/>
                  </a:schemeClr>
                </a:solidFill>
                <a:effectLst/>
                <a:uLnTx/>
                <a:uFillTx/>
                <a:latin typeface="+mn-lt"/>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CA" sz="1400" b="0" i="0" u="none" strike="noStrike" kern="1200" cap="none" spc="0" normalizeH="0" baseline="0" noProof="0">
              <a:ln>
                <a:noFill/>
              </a:ln>
              <a:solidFill>
                <a:schemeClr val="bg1">
                  <a:lumMod val="65000"/>
                </a:schemeClr>
              </a:solidFill>
              <a:effectLst/>
              <a:uLnTx/>
              <a:uFillTx/>
              <a:latin typeface="+mn-lt"/>
            </a:endParaRPr>
          </a:p>
        </p:txBody>
      </p:sp>
    </p:spTree>
    <p:extLst>
      <p:ext uri="{BB962C8B-B14F-4D97-AF65-F5344CB8AC3E}">
        <p14:creationId xmlns:p14="http://schemas.microsoft.com/office/powerpoint/2010/main" val="2293553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44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mailto:timothy.andrew@ucalgary.ca"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www.ucalgary.ca/registrar/academic-datesf"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hyperlink" Target="https://www.su.ucalgary.ca/programs-services/student-programs/tutors/" TargetMode="External"/><Relationship Id="rId3" Type="http://schemas.openxmlformats.org/officeDocument/2006/relationships/hyperlink" Target="https://www.ucalgary.ca/wellness-services" TargetMode="External"/><Relationship Id="rId7" Type="http://schemas.openxmlformats.org/officeDocument/2006/relationships/hyperlink" Target="https://www.ucalgary.ca/student-services/student-success/advising/academic-improvement" TargetMode="External"/><Relationship Id="rId2" Type="http://schemas.openxmlformats.org/officeDocument/2006/relationships/hyperlink" Target="https://www.ucalgary.ca/student-services/access" TargetMode="External"/><Relationship Id="rId1" Type="http://schemas.openxmlformats.org/officeDocument/2006/relationships/slideLayout" Target="../slideLayouts/slideLayout7.xml"/><Relationship Id="rId6" Type="http://schemas.openxmlformats.org/officeDocument/2006/relationships/hyperlink" Target="https://www.ucalgary.ca/student-services/student-success" TargetMode="External"/><Relationship Id="rId5" Type="http://schemas.openxmlformats.org/officeDocument/2006/relationships/hyperlink" Target="https://www.ucalgary.ca/wellness-services/services/mental-health-services/self-help-resources" TargetMode="External"/><Relationship Id="rId4" Type="http://schemas.openxmlformats.org/officeDocument/2006/relationships/hyperlink" Target="https://ucalgary.ca/mentalhealth/get-support/studen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2051720" y="1544344"/>
            <a:ext cx="5885730" cy="1444500"/>
          </a:xfrm>
          <a:prstGeom prst="rect">
            <a:avLst/>
          </a:prstGeom>
          <a:noFill/>
          <a:ln w="0">
            <a:noFill/>
          </a:ln>
        </p:spPr>
        <p:txBody>
          <a:bodyPr lIns="0" tIns="0" rIns="0" bIns="0" anchor="b">
            <a:noAutofit/>
          </a:bodyPr>
          <a:lstStyle/>
          <a:p>
            <a:pPr>
              <a:lnSpc>
                <a:spcPct val="100000"/>
              </a:lnSpc>
              <a:buNone/>
            </a:pPr>
            <a:r>
              <a:rPr lang="en-CA" sz="3000" b="1" cap="small" spc="-56">
                <a:solidFill>
                  <a:srgbClr val="D2533C"/>
                </a:solidFill>
                <a:latin typeface="Arial"/>
              </a:rPr>
              <a:t>Welcome to PHYSICS 365</a:t>
            </a:r>
            <a:endParaRPr lang="en-CA" sz="3000" spc="-1">
              <a:latin typeface="Arial"/>
            </a:endParaRPr>
          </a:p>
        </p:txBody>
      </p:sp>
      <p:sp>
        <p:nvSpPr>
          <p:cNvPr id="137" name="PlaceHolder 2"/>
          <p:cNvSpPr>
            <a:spLocks noGrp="1"/>
          </p:cNvSpPr>
          <p:nvPr>
            <p:ph type="subTitle"/>
          </p:nvPr>
        </p:nvSpPr>
        <p:spPr>
          <a:xfrm>
            <a:off x="2024667" y="3431656"/>
            <a:ext cx="6466770" cy="1625670"/>
          </a:xfrm>
          <a:prstGeom prst="rect">
            <a:avLst/>
          </a:prstGeom>
          <a:noFill/>
          <a:ln w="0">
            <a:noFill/>
          </a:ln>
        </p:spPr>
        <p:txBody>
          <a:bodyPr lIns="0" tIns="0" rIns="0" bIns="0" anchor="t">
            <a:normAutofit/>
          </a:bodyPr>
          <a:lstStyle/>
          <a:p>
            <a:pPr>
              <a:spcBef>
                <a:spcPts val="359"/>
              </a:spcBef>
              <a:buNone/>
              <a:tabLst>
                <a:tab pos="0" algn="l"/>
              </a:tabLst>
            </a:pPr>
            <a:r>
              <a:rPr lang="en-CA" sz="1800" spc="-1" dirty="0">
                <a:solidFill>
                  <a:srgbClr val="292934"/>
                </a:solidFill>
                <a:latin typeface="Arial"/>
              </a:rPr>
              <a:t>This is section: 	L01</a:t>
            </a:r>
            <a:endParaRPr lang="en-CA" sz="1800" spc="-1" dirty="0">
              <a:latin typeface="Arial"/>
            </a:endParaRPr>
          </a:p>
          <a:p>
            <a:pPr>
              <a:spcBef>
                <a:spcPts val="359"/>
              </a:spcBef>
              <a:buNone/>
              <a:tabLst>
                <a:tab pos="0" algn="l"/>
              </a:tabLst>
            </a:pPr>
            <a:r>
              <a:rPr lang="en-CA" sz="1800" spc="-1" dirty="0">
                <a:solidFill>
                  <a:srgbClr val="292934"/>
                </a:solidFill>
                <a:latin typeface="Arial"/>
              </a:rPr>
              <a:t>Lectures: 	TR 12:30–13:45, ENG 60</a:t>
            </a:r>
            <a:endParaRPr lang="en-CA" sz="1800" spc="-1" dirty="0">
              <a:latin typeface="Arial"/>
            </a:endParaRPr>
          </a:p>
        </p:txBody>
      </p:sp>
      <p:pic>
        <p:nvPicPr>
          <p:cNvPr id="138" name="Picture 2" descr="Related image"/>
          <p:cNvPicPr/>
          <p:nvPr/>
        </p:nvPicPr>
        <p:blipFill>
          <a:blip r:embed="rId3"/>
          <a:stretch/>
        </p:blipFill>
        <p:spPr>
          <a:xfrm>
            <a:off x="3563888" y="123478"/>
            <a:ext cx="1861963" cy="1922469"/>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F57237-E8A6-EA4B-B805-BB1F1D0B596A}"/>
              </a:ext>
            </a:extLst>
          </p:cNvPr>
          <p:cNvSpPr txBox="1">
            <a:spLocks/>
          </p:cNvSpPr>
          <p:nvPr/>
        </p:nvSpPr>
        <p:spPr>
          <a:xfrm>
            <a:off x="1028698" y="261649"/>
            <a:ext cx="7533017" cy="658297"/>
          </a:xfrm>
          <a:prstGeom prst="rect">
            <a:avLst/>
          </a:prstGeom>
        </p:spPr>
        <p:txBody>
          <a:bodyPr vert="horz" lIns="68580" tIns="34290" rIns="68580" bIns="34290" rtlCol="0" anchor="ctr">
            <a:normAutofit/>
          </a:bodyPr>
          <a:lstStyle>
            <a:lvl1pPr algn="l" defTabSz="685800" rtl="0" eaLnBrk="1" latinLnBrk="0" hangingPunct="1">
              <a:spcBef>
                <a:spcPct val="0"/>
              </a:spcBef>
              <a:buNone/>
              <a:defRPr sz="3000" kern="1200" spc="-75" baseline="0">
                <a:solidFill>
                  <a:schemeClr val="tx2"/>
                </a:solidFill>
                <a:latin typeface="+mj-lt"/>
                <a:ea typeface="+mj-ea"/>
                <a:cs typeface="+mj-cs"/>
              </a:defRPr>
            </a:lvl1pPr>
          </a:lstStyle>
          <a:p>
            <a:pPr defTabSz="914400">
              <a:lnSpc>
                <a:spcPct val="90000"/>
              </a:lnSpc>
              <a:spcAft>
                <a:spcPts val="600"/>
              </a:spcAft>
            </a:pPr>
            <a:r>
              <a:rPr lang="en-US" sz="3200" dirty="0">
                <a:solidFill>
                  <a:srgbClr val="C00000"/>
                </a:solidFill>
              </a:rPr>
              <a:t>A Little About Me</a:t>
            </a:r>
          </a:p>
        </p:txBody>
      </p:sp>
      <p:sp>
        <p:nvSpPr>
          <p:cNvPr id="8" name="Content Placeholder 2">
            <a:extLst>
              <a:ext uri="{FF2B5EF4-FFF2-40B4-BE49-F238E27FC236}">
                <a16:creationId xmlns:a16="http://schemas.microsoft.com/office/drawing/2014/main" id="{27C5DF33-8CEB-014A-B45F-8E395DA36DA1}"/>
              </a:ext>
            </a:extLst>
          </p:cNvPr>
          <p:cNvSpPr txBox="1">
            <a:spLocks/>
          </p:cNvSpPr>
          <p:nvPr/>
        </p:nvSpPr>
        <p:spPr>
          <a:xfrm>
            <a:off x="792956" y="1487875"/>
            <a:ext cx="3646711" cy="2109165"/>
          </a:xfrm>
          <a:prstGeom prst="rect">
            <a:avLst/>
          </a:prstGeom>
          <a:ln>
            <a:solidFill>
              <a:schemeClr val="tx2"/>
            </a:solidFill>
          </a:ln>
        </p:spPr>
        <p:txBody>
          <a:bodyPr vert="horz" lIns="68580" tIns="34290" rIns="68580" bIns="34290" rtlCol="0">
            <a:normAutofit/>
          </a:bodyPr>
          <a:lstStyle>
            <a:lvl1pPr marL="342900" indent="-342900" algn="l" defTabSz="457200" rtl="0" eaLnBrk="1" latinLnBrk="0" hangingPunct="1">
              <a:spcBef>
                <a:spcPct val="20000"/>
              </a:spcBef>
              <a:buClr>
                <a:srgbClr val="FF0000"/>
              </a:buClr>
              <a:buFont typeface="Wingdings" charset="2"/>
              <a:buChar char="§"/>
              <a:defRPr sz="2400" kern="1200">
                <a:solidFill>
                  <a:schemeClr val="tx1"/>
                </a:solidFill>
                <a:latin typeface="+mn-lt"/>
                <a:ea typeface="+mn-ea"/>
                <a:cs typeface="+mn-cs"/>
              </a:defRPr>
            </a:lvl1pPr>
            <a:lvl2pPr marL="742950" indent="-285750" algn="l" defTabSz="457200" rtl="0" eaLnBrk="1" latinLnBrk="0" hangingPunct="1">
              <a:spcBef>
                <a:spcPct val="20000"/>
              </a:spcBef>
              <a:buClr>
                <a:schemeClr val="bg1">
                  <a:lumMod val="50000"/>
                </a:schemeClr>
              </a:buClr>
              <a:buSzPct val="90000"/>
              <a:buFont typeface="Calibri" pitchFamily="34" charset="0"/>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Clr>
                <a:schemeClr val="bg1">
                  <a:lumMod val="50000"/>
                </a:schemeClr>
              </a:buClr>
              <a:buFont typeface="Wingdings" charset="2"/>
              <a:buChar char="§"/>
              <a:defRPr sz="2200" kern="1200">
                <a:solidFill>
                  <a:schemeClr val="tx1"/>
                </a:solidFill>
                <a:latin typeface="+mn-lt"/>
                <a:ea typeface="+mn-ea"/>
                <a:cs typeface="+mn-cs"/>
              </a:defRPr>
            </a:lvl3pPr>
            <a:lvl4pPr marL="1600200" indent="-228600" algn="l" defTabSz="457200" rtl="0" eaLnBrk="1" latinLnBrk="0" hangingPunct="1">
              <a:spcBef>
                <a:spcPct val="20000"/>
              </a:spcBef>
              <a:buClr>
                <a:schemeClr val="bg1">
                  <a:lumMod val="50000"/>
                </a:schemeClr>
              </a:buClr>
              <a:buFont typeface="Courier New" pitchFamily="49" charset="0"/>
              <a:buChar char="o"/>
              <a:defRPr sz="2000" kern="1200">
                <a:solidFill>
                  <a:schemeClr val="tx1"/>
                </a:solidFill>
                <a:latin typeface="+mn-lt"/>
                <a:ea typeface="+mn-ea"/>
                <a:cs typeface="+mn-cs"/>
              </a:defRPr>
            </a:lvl4pPr>
            <a:lvl5pPr marL="2057400" indent="-228600" algn="l" defTabSz="457200" rtl="0" eaLnBrk="1" latinLnBrk="0" hangingPunct="1">
              <a:spcBef>
                <a:spcPct val="20000"/>
              </a:spcBef>
              <a:buClr>
                <a:schemeClr val="bg1">
                  <a:lumMod val="50000"/>
                </a:schemeClr>
              </a:buClr>
              <a:buFont typeface="Calibri" pitchFamily="34" charset="0"/>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00597" indent="-200597" defTabSz="267462"/>
            <a:endParaRPr lang="en-CA" sz="585" dirty="0"/>
          </a:p>
          <a:p>
            <a:pPr marL="200597" indent="-200597" defTabSz="267462"/>
            <a:r>
              <a:rPr lang="en-CA" sz="1404" dirty="0"/>
              <a:t>Research interests:</a:t>
            </a:r>
          </a:p>
          <a:p>
            <a:pPr marL="434626" lvl="1" indent="-167164" defTabSz="267462"/>
            <a:r>
              <a:rPr lang="en-CA" sz="1404" dirty="0"/>
              <a:t>Mathematical Physics</a:t>
            </a:r>
          </a:p>
          <a:p>
            <a:pPr marL="434626" lvl="1" indent="-167164" defTabSz="267462"/>
            <a:endParaRPr lang="en-CA" sz="1404" dirty="0"/>
          </a:p>
          <a:p>
            <a:pPr marL="200597" indent="-200597" defTabSz="267462"/>
            <a:r>
              <a:rPr lang="en-CA" sz="1404" dirty="0"/>
              <a:t>Corporate Experience:</a:t>
            </a:r>
          </a:p>
          <a:p>
            <a:pPr marL="434626" lvl="1" indent="-167164" defTabSz="267462"/>
            <a:r>
              <a:rPr lang="en-CA" sz="1404" dirty="0"/>
              <a:t>Banking and Financial Institutions</a:t>
            </a:r>
          </a:p>
          <a:p>
            <a:pPr marL="434626" lvl="1" indent="-167164" defTabSz="267462"/>
            <a:r>
              <a:rPr lang="en-CA" sz="1404" dirty="0"/>
              <a:t>Engineering R&amp;D: commercial power generation</a:t>
            </a:r>
          </a:p>
          <a:p>
            <a:pPr marL="434626" lvl="1" indent="-167164" defTabSz="267462"/>
            <a:endParaRPr lang="en-CA" sz="1404" dirty="0"/>
          </a:p>
          <a:p>
            <a:pPr marL="434626" lvl="1" indent="-167164" defTabSz="267462"/>
            <a:endParaRPr lang="en-CA" sz="1404" dirty="0"/>
          </a:p>
          <a:p>
            <a:pPr marL="200597" indent="-200597" defTabSz="267462"/>
            <a:endParaRPr lang="en-CA" sz="1404" dirty="0"/>
          </a:p>
          <a:p>
            <a:pPr marL="200597" indent="-200597" defTabSz="267462"/>
            <a:endParaRPr lang="en-CA" sz="1404" dirty="0"/>
          </a:p>
          <a:p>
            <a:endParaRPr lang="en-CA" sz="1800" dirty="0"/>
          </a:p>
        </p:txBody>
      </p:sp>
      <p:pic>
        <p:nvPicPr>
          <p:cNvPr id="4" name="Picture 3">
            <a:extLst>
              <a:ext uri="{FF2B5EF4-FFF2-40B4-BE49-F238E27FC236}">
                <a16:creationId xmlns:a16="http://schemas.microsoft.com/office/drawing/2014/main" id="{7472985A-F167-F193-6020-9EC5D31C8CA4}"/>
              </a:ext>
            </a:extLst>
          </p:cNvPr>
          <p:cNvPicPr>
            <a:picLocks noChangeAspect="1"/>
          </p:cNvPicPr>
          <p:nvPr/>
        </p:nvPicPr>
        <p:blipFill>
          <a:blip r:embed="rId2"/>
          <a:stretch>
            <a:fillRect/>
          </a:stretch>
        </p:blipFill>
        <p:spPr>
          <a:xfrm>
            <a:off x="5631567" y="1584434"/>
            <a:ext cx="1739591" cy="1916048"/>
          </a:xfrm>
          <a:prstGeom prst="rect">
            <a:avLst/>
          </a:prstGeom>
        </p:spPr>
      </p:pic>
      <p:sp>
        <p:nvSpPr>
          <p:cNvPr id="2" name="Content Placeholder 2">
            <a:extLst>
              <a:ext uri="{FF2B5EF4-FFF2-40B4-BE49-F238E27FC236}">
                <a16:creationId xmlns:a16="http://schemas.microsoft.com/office/drawing/2014/main" id="{2433F003-8F19-F50E-CE9F-1C8E9D10FFD4}"/>
              </a:ext>
            </a:extLst>
          </p:cNvPr>
          <p:cNvSpPr txBox="1">
            <a:spLocks/>
          </p:cNvSpPr>
          <p:nvPr/>
        </p:nvSpPr>
        <p:spPr>
          <a:xfrm>
            <a:off x="4965687" y="3542983"/>
            <a:ext cx="3385357" cy="1186055"/>
          </a:xfrm>
          <a:prstGeom prst="rect">
            <a:avLst/>
          </a:prstGeom>
        </p:spPr>
        <p:txBody>
          <a:bodyPr vert="horz" lIns="68580" tIns="34290" rIns="68580" bIns="34290" rtlCol="0">
            <a:normAutofit/>
          </a:bodyPr>
          <a:lstStyle>
            <a:lvl1pPr marL="342900" indent="-342900" algn="l" defTabSz="457200" rtl="0" eaLnBrk="1" latinLnBrk="0" hangingPunct="1">
              <a:spcBef>
                <a:spcPct val="20000"/>
              </a:spcBef>
              <a:buClr>
                <a:srgbClr val="FF0000"/>
              </a:buClr>
              <a:buFont typeface="Wingdings" charset="2"/>
              <a:buChar char="§"/>
              <a:defRPr sz="2400" kern="1200">
                <a:solidFill>
                  <a:schemeClr val="tx1"/>
                </a:solidFill>
                <a:latin typeface="+mn-lt"/>
                <a:ea typeface="+mn-ea"/>
                <a:cs typeface="+mn-cs"/>
              </a:defRPr>
            </a:lvl1pPr>
            <a:lvl2pPr marL="742950" indent="-285750" algn="l" defTabSz="457200" rtl="0" eaLnBrk="1" latinLnBrk="0" hangingPunct="1">
              <a:spcBef>
                <a:spcPct val="20000"/>
              </a:spcBef>
              <a:buClr>
                <a:schemeClr val="bg1">
                  <a:lumMod val="50000"/>
                </a:schemeClr>
              </a:buClr>
              <a:buSzPct val="90000"/>
              <a:buFont typeface="Calibri" pitchFamily="34" charset="0"/>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Clr>
                <a:schemeClr val="bg1">
                  <a:lumMod val="50000"/>
                </a:schemeClr>
              </a:buClr>
              <a:buFont typeface="Wingdings" charset="2"/>
              <a:buChar char="§"/>
              <a:defRPr sz="2200" kern="1200">
                <a:solidFill>
                  <a:schemeClr val="tx1"/>
                </a:solidFill>
                <a:latin typeface="+mn-lt"/>
                <a:ea typeface="+mn-ea"/>
                <a:cs typeface="+mn-cs"/>
              </a:defRPr>
            </a:lvl3pPr>
            <a:lvl4pPr marL="1600200" indent="-228600" algn="l" defTabSz="457200" rtl="0" eaLnBrk="1" latinLnBrk="0" hangingPunct="1">
              <a:spcBef>
                <a:spcPct val="20000"/>
              </a:spcBef>
              <a:buClr>
                <a:schemeClr val="bg1">
                  <a:lumMod val="50000"/>
                </a:schemeClr>
              </a:buClr>
              <a:buFont typeface="Courier New" pitchFamily="49" charset="0"/>
              <a:buChar char="o"/>
              <a:defRPr sz="2000" kern="1200">
                <a:solidFill>
                  <a:schemeClr val="tx1"/>
                </a:solidFill>
                <a:latin typeface="+mn-lt"/>
                <a:ea typeface="+mn-ea"/>
                <a:cs typeface="+mn-cs"/>
              </a:defRPr>
            </a:lvl4pPr>
            <a:lvl5pPr marL="2057400" indent="-228600" algn="l" defTabSz="457200" rtl="0" eaLnBrk="1" latinLnBrk="0" hangingPunct="1">
              <a:spcBef>
                <a:spcPct val="20000"/>
              </a:spcBef>
              <a:buClr>
                <a:schemeClr val="bg1">
                  <a:lumMod val="50000"/>
                </a:schemeClr>
              </a:buClr>
              <a:buFont typeface="Calibri" pitchFamily="34" charset="0"/>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00597" indent="-200597" defTabSz="267462">
              <a:lnSpc>
                <a:spcPct val="90000"/>
              </a:lnSpc>
            </a:pPr>
            <a:r>
              <a:rPr lang="en-CA" sz="1350" dirty="0"/>
              <a:t>Dr. Tim Andrew (course instructor)</a:t>
            </a:r>
          </a:p>
          <a:p>
            <a:pPr marL="200597" indent="-200597" defTabSz="267462">
              <a:lnSpc>
                <a:spcPct val="90000"/>
              </a:lnSpc>
            </a:pPr>
            <a:r>
              <a:rPr lang="en-CA" sz="1350" dirty="0"/>
              <a:t>Office: Science B - 307</a:t>
            </a:r>
          </a:p>
          <a:p>
            <a:pPr marL="200597" indent="-200597" defTabSz="267462">
              <a:lnSpc>
                <a:spcPct val="90000"/>
              </a:lnSpc>
            </a:pPr>
            <a:r>
              <a:rPr lang="en-CA" sz="1350" dirty="0"/>
              <a:t>Email: </a:t>
            </a:r>
            <a:r>
              <a:rPr lang="en-CA" sz="1350" dirty="0">
                <a:hlinkClick r:id="rId3"/>
              </a:rPr>
              <a:t>timothy.andrew@ucalgary.ca</a:t>
            </a:r>
            <a:endParaRPr lang="en-CA" sz="1350" dirty="0"/>
          </a:p>
          <a:p>
            <a:pPr marL="200597" indent="-200597" defTabSz="267462">
              <a:lnSpc>
                <a:spcPct val="90000"/>
              </a:lnSpc>
            </a:pPr>
            <a:r>
              <a:rPr lang="en-CA" sz="1400" dirty="0">
                <a:solidFill>
                  <a:srgbClr val="000000"/>
                </a:solidFill>
                <a:latin typeface="Aptos" panose="020B0004020202020204" pitchFamily="34" charset="0"/>
              </a:rPr>
              <a:t>Office hours: T 1400  – 1500 MT at SB 307</a:t>
            </a:r>
            <a:endParaRPr lang="en-CA" sz="1350" dirty="0"/>
          </a:p>
          <a:p>
            <a:pPr>
              <a:lnSpc>
                <a:spcPct val="90000"/>
              </a:lnSpc>
            </a:pPr>
            <a:endParaRPr lang="en-CA" sz="1350" dirty="0"/>
          </a:p>
        </p:txBody>
      </p:sp>
    </p:spTree>
    <p:extLst>
      <p:ext uri="{BB962C8B-B14F-4D97-AF65-F5344CB8AC3E}">
        <p14:creationId xmlns:p14="http://schemas.microsoft.com/office/powerpoint/2010/main" val="330334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TextBox 2"/>
          <p:cNvSpPr/>
          <p:nvPr/>
        </p:nvSpPr>
        <p:spPr>
          <a:xfrm>
            <a:off x="674854" y="3356331"/>
            <a:ext cx="8190896" cy="1237710"/>
          </a:xfrm>
          <a:prstGeom prst="rect">
            <a:avLst/>
          </a:prstGeom>
          <a:noFill/>
          <a:ln w="12700">
            <a:noFill/>
          </a:ln>
        </p:spPr>
        <p:style>
          <a:lnRef idx="0">
            <a:scrgbClr r="0" g="0" b="0"/>
          </a:lnRef>
          <a:fillRef idx="0">
            <a:scrgbClr r="0" g="0" b="0"/>
          </a:fillRef>
          <a:effectRef idx="0">
            <a:scrgbClr r="0" g="0" b="0"/>
          </a:effectRef>
          <a:fontRef idx="minor"/>
        </p:style>
        <p:txBody>
          <a:bodyPr wrap="square" lIns="34290" tIns="33750" rIns="34290" bIns="33750" anchor="t">
            <a:spAutoFit/>
          </a:bodyPr>
          <a:lstStyle/>
          <a:p>
            <a:pPr marL="342900" indent="-342900">
              <a:buClr>
                <a:srgbClr val="292934"/>
              </a:buClr>
              <a:buFont typeface="Arial" panose="020B0604020202020204" pitchFamily="34" charset="0"/>
              <a:buChar char="•"/>
            </a:pPr>
            <a:r>
              <a:rPr lang="en-US" sz="1500" spc="-1" dirty="0">
                <a:solidFill>
                  <a:srgbClr val="292934"/>
                </a:solidFill>
                <a:latin typeface="Arial"/>
                <a:ea typeface="DejaVu Sans"/>
              </a:rPr>
              <a:t>In the email, </a:t>
            </a:r>
            <a:r>
              <a:rPr lang="en-US" sz="1500" b="1" spc="-1" dirty="0">
                <a:solidFill>
                  <a:srgbClr val="FF2600"/>
                </a:solidFill>
                <a:latin typeface="Arial"/>
                <a:ea typeface="DejaVu Sans"/>
              </a:rPr>
              <a:t>include your </a:t>
            </a:r>
            <a:r>
              <a:rPr lang="en-CA" sz="1500" b="1" spc="-1" dirty="0">
                <a:solidFill>
                  <a:srgbClr val="FF2600"/>
                </a:solidFill>
                <a:latin typeface="Arial"/>
                <a:ea typeface="DejaVu Sans"/>
              </a:rPr>
              <a:t>full </a:t>
            </a:r>
            <a:r>
              <a:rPr lang="en-US" sz="1500" b="1" spc="-1" dirty="0">
                <a:solidFill>
                  <a:srgbClr val="FF2600"/>
                </a:solidFill>
                <a:latin typeface="Arial"/>
                <a:ea typeface="DejaVu Sans"/>
              </a:rPr>
              <a:t>name, course &amp; lecture (or lab) section</a:t>
            </a:r>
            <a:r>
              <a:rPr lang="en-CA" sz="1500" b="1" spc="-1" dirty="0">
                <a:solidFill>
                  <a:srgbClr val="FF2600"/>
                </a:solidFill>
                <a:latin typeface="Arial"/>
                <a:ea typeface="DejaVu Sans"/>
              </a:rPr>
              <a:t>,</a:t>
            </a:r>
            <a:r>
              <a:rPr lang="en-US" sz="1500" b="1" spc="-1" dirty="0">
                <a:solidFill>
                  <a:srgbClr val="FF2600"/>
                </a:solidFill>
                <a:latin typeface="Arial"/>
                <a:ea typeface="DejaVu Sans"/>
              </a:rPr>
              <a:t> &amp; UCID</a:t>
            </a:r>
            <a:endParaRPr lang="en-CA" sz="1500" spc="-1" dirty="0">
              <a:latin typeface="Arial"/>
            </a:endParaRPr>
          </a:p>
          <a:p>
            <a:pPr marL="342900" indent="-342900">
              <a:lnSpc>
                <a:spcPct val="100000"/>
              </a:lnSpc>
              <a:buFont typeface="Arial" panose="020B0604020202020204" pitchFamily="34" charset="0"/>
              <a:buChar char="•"/>
            </a:pPr>
            <a:endParaRPr lang="en-CA" sz="800" spc="-1" dirty="0">
              <a:latin typeface="Arial"/>
            </a:endParaRPr>
          </a:p>
          <a:p>
            <a:pPr marL="342900" indent="-342900">
              <a:buClr>
                <a:srgbClr val="292934"/>
              </a:buClr>
              <a:buFont typeface="Arial" panose="020B0604020202020204" pitchFamily="34" charset="0"/>
              <a:buChar char="•"/>
            </a:pPr>
            <a:r>
              <a:rPr lang="en-US" sz="1500" spc="-1" dirty="0">
                <a:solidFill>
                  <a:srgbClr val="292934"/>
                </a:solidFill>
                <a:latin typeface="Arial"/>
                <a:ea typeface="DejaVu Sans"/>
              </a:rPr>
              <a:t>Attach supporting documents when needed</a:t>
            </a:r>
            <a:r>
              <a:rPr lang="en-CA" sz="1500" spc="-1" dirty="0">
                <a:solidFill>
                  <a:srgbClr val="292934"/>
                </a:solidFill>
                <a:latin typeface="Arial"/>
                <a:ea typeface="DejaVu Sans"/>
              </a:rPr>
              <a:t>. If contacting about a missed course component or a scheduling conflict, fill out the appropriate form on D2L first and wait for a response.</a:t>
            </a:r>
          </a:p>
          <a:p>
            <a:pPr marL="342900" indent="-342900">
              <a:buClr>
                <a:srgbClr val="292934"/>
              </a:buClr>
              <a:buFont typeface="Arial" panose="020B0604020202020204" pitchFamily="34" charset="0"/>
              <a:buChar char="•"/>
            </a:pPr>
            <a:endParaRPr lang="en-CA" sz="800" spc="-1" dirty="0">
              <a:latin typeface="Arial"/>
            </a:endParaRPr>
          </a:p>
          <a:p>
            <a:pPr marL="342900" indent="-342900">
              <a:buClr>
                <a:srgbClr val="292934"/>
              </a:buClr>
              <a:buFont typeface="Arial" panose="020B0604020202020204" pitchFamily="34" charset="0"/>
              <a:buChar char="•"/>
            </a:pPr>
            <a:r>
              <a:rPr lang="en-US" sz="1500" spc="-1" dirty="0">
                <a:solidFill>
                  <a:srgbClr val="292934"/>
                </a:solidFill>
                <a:latin typeface="Arial"/>
                <a:ea typeface="DejaVu Sans"/>
              </a:rPr>
              <a:t>Be clear and precise</a:t>
            </a:r>
            <a:r>
              <a:rPr lang="en-CA" sz="1500" spc="-1" dirty="0">
                <a:solidFill>
                  <a:srgbClr val="292934"/>
                </a:solidFill>
                <a:latin typeface="Arial"/>
                <a:ea typeface="DejaVu Sans"/>
              </a:rPr>
              <a:t>: There are </a:t>
            </a:r>
            <a:r>
              <a:rPr lang="en-US" sz="1500" spc="-1" dirty="0">
                <a:solidFill>
                  <a:srgbClr val="292934"/>
                </a:solidFill>
                <a:latin typeface="Arial"/>
                <a:ea typeface="DejaVu Sans"/>
              </a:rPr>
              <a:t>~650 students to attend to in PHYS</a:t>
            </a:r>
            <a:r>
              <a:rPr lang="en-CA" sz="1500" spc="-1" dirty="0">
                <a:solidFill>
                  <a:srgbClr val="292934"/>
                </a:solidFill>
                <a:latin typeface="Arial"/>
                <a:ea typeface="DejaVu Sans"/>
              </a:rPr>
              <a:t> 365/369</a:t>
            </a:r>
            <a:endParaRPr lang="en-CA" sz="1500" spc="-1" dirty="0">
              <a:latin typeface="Arial"/>
            </a:endParaRPr>
          </a:p>
        </p:txBody>
      </p:sp>
      <p:sp>
        <p:nvSpPr>
          <p:cNvPr id="183" name="Rectangle 3"/>
          <p:cNvSpPr/>
          <p:nvPr/>
        </p:nvSpPr>
        <p:spPr>
          <a:xfrm>
            <a:off x="1014769" y="4619521"/>
            <a:ext cx="7278441" cy="483658"/>
          </a:xfrm>
          <a:prstGeom prst="rect">
            <a:avLst/>
          </a:prstGeom>
          <a:noFill/>
          <a:ln w="12700">
            <a:noFill/>
          </a:ln>
        </p:spPr>
        <p:style>
          <a:lnRef idx="0">
            <a:scrgbClr r="0" g="0" b="0"/>
          </a:lnRef>
          <a:fillRef idx="0">
            <a:scrgbClr r="0" g="0" b="0"/>
          </a:fillRef>
          <a:effectRef idx="0">
            <a:scrgbClr r="0" g="0" b="0"/>
          </a:effectRef>
          <a:fontRef idx="minor"/>
        </p:style>
        <p:txBody>
          <a:bodyPr wrap="square" lIns="34290" tIns="33750" rIns="34290" bIns="33750" anchor="t">
            <a:spAutoFit/>
          </a:bodyPr>
          <a:lstStyle/>
          <a:p>
            <a:pPr algn="ctr">
              <a:lnSpc>
                <a:spcPct val="100000"/>
              </a:lnSpc>
              <a:buNone/>
            </a:pPr>
            <a:r>
              <a:rPr lang="en-US" sz="1350" spc="-1" dirty="0">
                <a:solidFill>
                  <a:srgbClr val="D2533C"/>
                </a:solidFill>
                <a:latin typeface="Arial"/>
                <a:ea typeface="DejaVu Sans"/>
              </a:rPr>
              <a:t>Expect </a:t>
            </a:r>
            <a:r>
              <a:rPr lang="en-CA" sz="1350" spc="-1" dirty="0">
                <a:solidFill>
                  <a:srgbClr val="D2533C"/>
                </a:solidFill>
                <a:latin typeface="Arial"/>
                <a:ea typeface="DejaVu Sans"/>
              </a:rPr>
              <a:t>a response </a:t>
            </a:r>
            <a:r>
              <a:rPr lang="en-US" sz="1350" spc="-1" dirty="0">
                <a:solidFill>
                  <a:srgbClr val="D2533C"/>
                </a:solidFill>
                <a:latin typeface="Arial"/>
                <a:ea typeface="DejaVu Sans"/>
              </a:rPr>
              <a:t>within 2 business days</a:t>
            </a:r>
            <a:r>
              <a:rPr lang="en-CA" sz="1350" spc="-1" dirty="0">
                <a:latin typeface="Arial"/>
              </a:rPr>
              <a:t> </a:t>
            </a:r>
            <a:r>
              <a:rPr lang="en-US" sz="1350" spc="-1" dirty="0">
                <a:solidFill>
                  <a:srgbClr val="D2533C"/>
                </a:solidFill>
                <a:latin typeface="Arial"/>
                <a:ea typeface="DejaVu Sans"/>
              </a:rPr>
              <a:t>(might be longer during first few weeks of classes).</a:t>
            </a:r>
            <a:endParaRPr lang="en-CA" sz="1350" spc="-1" dirty="0">
              <a:latin typeface="Arial"/>
            </a:endParaRPr>
          </a:p>
          <a:p>
            <a:pPr algn="ctr">
              <a:lnSpc>
                <a:spcPct val="100000"/>
              </a:lnSpc>
              <a:buNone/>
            </a:pPr>
            <a:r>
              <a:rPr lang="en-US" sz="1350" b="1" spc="-1" dirty="0">
                <a:solidFill>
                  <a:srgbClr val="D2533C"/>
                </a:solidFill>
                <a:latin typeface="Arial"/>
                <a:ea typeface="DejaVu Sans"/>
              </a:rPr>
              <a:t>DO NOT RE-SEND THE SAME EMAIL MULTIPLE TIMES</a:t>
            </a:r>
            <a:endParaRPr lang="en-CA" sz="1350" spc="-1" dirty="0">
              <a:latin typeface="Arial"/>
            </a:endParaRPr>
          </a:p>
        </p:txBody>
      </p:sp>
      <p:sp>
        <p:nvSpPr>
          <p:cNvPr id="2" name="PlaceHolder 1">
            <a:extLst>
              <a:ext uri="{FF2B5EF4-FFF2-40B4-BE49-F238E27FC236}">
                <a16:creationId xmlns:a16="http://schemas.microsoft.com/office/drawing/2014/main" id="{6B8CE8F2-3FA3-8283-629B-A332D2E04CDC}"/>
              </a:ext>
            </a:extLst>
          </p:cNvPr>
          <p:cNvSpPr txBox="1">
            <a:spLocks/>
          </p:cNvSpPr>
          <p:nvPr/>
        </p:nvSpPr>
        <p:spPr>
          <a:xfrm>
            <a:off x="1198890" y="282150"/>
            <a:ext cx="6171390" cy="556470"/>
          </a:xfrm>
          <a:prstGeom prst="rect">
            <a:avLst/>
          </a:prstGeom>
          <a:noFill/>
          <a:ln w="0">
            <a:noFill/>
          </a:ln>
        </p:spPr>
        <p:txBody>
          <a:bodyPr lIns="67500" tIns="33750" rIns="67500" bIns="33750" anchor="ctr">
            <a:normAutofit/>
          </a:bodyPr>
          <a:lstStyle>
            <a:lvl1pPr algn="l" defTabSz="914400" rtl="0" eaLnBrk="1" latinLnBrk="0" hangingPunct="1">
              <a:spcBef>
                <a:spcPct val="0"/>
              </a:spcBef>
              <a:buNone/>
              <a:defRPr sz="4400" kern="1200">
                <a:solidFill>
                  <a:schemeClr val="tx2"/>
                </a:solidFill>
                <a:latin typeface="+mj-lt"/>
                <a:ea typeface="+mj-ea"/>
                <a:cs typeface="+mj-cs"/>
              </a:defRPr>
            </a:lvl1pPr>
          </a:lstStyle>
          <a:p>
            <a:r>
              <a:rPr lang="en-US" sz="2400" b="1" cap="small" spc="-56" dirty="0">
                <a:solidFill>
                  <a:srgbClr val="D2533C"/>
                </a:solidFill>
                <a:latin typeface="Arial"/>
              </a:rPr>
              <a:t>PHYS 365/369 Coordinator Team</a:t>
            </a:r>
            <a:endParaRPr lang="en-CA" sz="2400" spc="-1" dirty="0">
              <a:latin typeface="Arial"/>
            </a:endParaRPr>
          </a:p>
        </p:txBody>
      </p:sp>
      <p:pic>
        <p:nvPicPr>
          <p:cNvPr id="3" name="Picture 3" descr="A person smiling for a picture&#10;&#10;Description automatically generated">
            <a:extLst>
              <a:ext uri="{FF2B5EF4-FFF2-40B4-BE49-F238E27FC236}">
                <a16:creationId xmlns:a16="http://schemas.microsoft.com/office/drawing/2014/main" id="{6CD560A1-3C10-542D-A23F-AB7BD2D30312}"/>
              </a:ext>
            </a:extLst>
          </p:cNvPr>
          <p:cNvPicPr/>
          <p:nvPr/>
        </p:nvPicPr>
        <p:blipFill>
          <a:blip r:embed="rId2"/>
          <a:srcRect l="16661" t="9718" r="7840"/>
          <a:stretch/>
        </p:blipFill>
        <p:spPr>
          <a:xfrm>
            <a:off x="1071326" y="1530804"/>
            <a:ext cx="2039349" cy="1624357"/>
          </a:xfrm>
          <a:prstGeom prst="rect">
            <a:avLst/>
          </a:prstGeom>
          <a:ln w="0">
            <a:noFill/>
          </a:ln>
        </p:spPr>
      </p:pic>
      <p:pic>
        <p:nvPicPr>
          <p:cNvPr id="5" name="Picture 4">
            <a:extLst>
              <a:ext uri="{FF2B5EF4-FFF2-40B4-BE49-F238E27FC236}">
                <a16:creationId xmlns:a16="http://schemas.microsoft.com/office/drawing/2014/main" id="{462BFC7A-66C3-8296-432F-ACB36736B5AB}"/>
              </a:ext>
            </a:extLst>
          </p:cNvPr>
          <p:cNvPicPr>
            <a:picLocks noChangeAspect="1"/>
          </p:cNvPicPr>
          <p:nvPr/>
        </p:nvPicPr>
        <p:blipFill>
          <a:blip r:embed="rId3"/>
          <a:srcRect b="26968"/>
          <a:stretch>
            <a:fillRect/>
          </a:stretch>
        </p:blipFill>
        <p:spPr>
          <a:xfrm>
            <a:off x="3531761" y="1530803"/>
            <a:ext cx="1814457" cy="1624357"/>
          </a:xfrm>
          <a:prstGeom prst="rect">
            <a:avLst/>
          </a:prstGeom>
        </p:spPr>
      </p:pic>
      <p:sp>
        <p:nvSpPr>
          <p:cNvPr id="6" name="TextBox 5">
            <a:extLst>
              <a:ext uri="{FF2B5EF4-FFF2-40B4-BE49-F238E27FC236}">
                <a16:creationId xmlns:a16="http://schemas.microsoft.com/office/drawing/2014/main" id="{4A4F7902-09D9-09B9-BEB8-AE73CE486B38}"/>
              </a:ext>
            </a:extLst>
          </p:cNvPr>
          <p:cNvSpPr txBox="1"/>
          <p:nvPr/>
        </p:nvSpPr>
        <p:spPr>
          <a:xfrm>
            <a:off x="1142826" y="927782"/>
            <a:ext cx="1911292" cy="584775"/>
          </a:xfrm>
          <a:prstGeom prst="rect">
            <a:avLst/>
          </a:prstGeom>
          <a:noFill/>
        </p:spPr>
        <p:txBody>
          <a:bodyPr wrap="none" rtlCol="0">
            <a:spAutoFit/>
          </a:bodyPr>
          <a:lstStyle/>
          <a:p>
            <a:r>
              <a:rPr lang="en-US" sz="1600" dirty="0"/>
              <a:t>Lecture Coordinator:</a:t>
            </a:r>
          </a:p>
          <a:p>
            <a:r>
              <a:rPr lang="en-US" sz="1600" dirty="0"/>
              <a:t>Dr. Sean Stotyn</a:t>
            </a:r>
          </a:p>
        </p:txBody>
      </p:sp>
      <p:sp>
        <p:nvSpPr>
          <p:cNvPr id="7" name="TextBox 6">
            <a:extLst>
              <a:ext uri="{FF2B5EF4-FFF2-40B4-BE49-F238E27FC236}">
                <a16:creationId xmlns:a16="http://schemas.microsoft.com/office/drawing/2014/main" id="{92349BB5-A419-E0FC-5169-B33216E230A9}"/>
              </a:ext>
            </a:extLst>
          </p:cNvPr>
          <p:cNvSpPr txBox="1"/>
          <p:nvPr/>
        </p:nvSpPr>
        <p:spPr>
          <a:xfrm>
            <a:off x="3503341" y="927781"/>
            <a:ext cx="1842877" cy="584775"/>
          </a:xfrm>
          <a:prstGeom prst="rect">
            <a:avLst/>
          </a:prstGeom>
          <a:noFill/>
        </p:spPr>
        <p:txBody>
          <a:bodyPr wrap="none" rtlCol="0">
            <a:spAutoFit/>
          </a:bodyPr>
          <a:lstStyle/>
          <a:p>
            <a:r>
              <a:rPr lang="en-US" sz="1600" dirty="0"/>
              <a:t>Lab Coordinator:</a:t>
            </a:r>
          </a:p>
          <a:p>
            <a:r>
              <a:rPr lang="en-US" sz="1600" dirty="0"/>
              <a:t>Dr. Timothy Andrew</a:t>
            </a:r>
          </a:p>
        </p:txBody>
      </p:sp>
      <p:sp>
        <p:nvSpPr>
          <p:cNvPr id="8" name="TextBox 3">
            <a:extLst>
              <a:ext uri="{FF2B5EF4-FFF2-40B4-BE49-F238E27FC236}">
                <a16:creationId xmlns:a16="http://schemas.microsoft.com/office/drawing/2014/main" id="{25A6C32F-CE89-70C0-CB73-E276CE79F20D}"/>
              </a:ext>
            </a:extLst>
          </p:cNvPr>
          <p:cNvSpPr/>
          <p:nvPr/>
        </p:nvSpPr>
        <p:spPr>
          <a:xfrm>
            <a:off x="5614329" y="1629979"/>
            <a:ext cx="3251421" cy="314380"/>
          </a:xfrm>
          <a:prstGeom prst="rect">
            <a:avLst/>
          </a:prstGeom>
          <a:noFill/>
          <a:ln w="12700">
            <a:solidFill>
              <a:srgbClr val="FF0000"/>
            </a:solidFill>
          </a:ln>
        </p:spPr>
        <p:style>
          <a:lnRef idx="0">
            <a:scrgbClr r="0" g="0" b="0"/>
          </a:lnRef>
          <a:fillRef idx="0">
            <a:scrgbClr r="0" g="0" b="0"/>
          </a:fillRef>
          <a:effectRef idx="0">
            <a:scrgbClr r="0" g="0" b="0"/>
          </a:effectRef>
          <a:fontRef idx="minor"/>
        </p:style>
        <p:txBody>
          <a:bodyPr wrap="square" lIns="67500" tIns="33750" rIns="67500" bIns="33750" anchor="t">
            <a:spAutoFit/>
          </a:bodyPr>
          <a:lstStyle/>
          <a:p>
            <a:pPr algn="ctr">
              <a:lnSpc>
                <a:spcPct val="100000"/>
              </a:lnSpc>
              <a:buNone/>
            </a:pPr>
            <a:r>
              <a:rPr lang="en-US" sz="1600" b="1" spc="-1" dirty="0">
                <a:latin typeface="Arial"/>
                <a:ea typeface="DejaVu Sans"/>
              </a:rPr>
              <a:t>phys365369coord@ucalgary.ca</a:t>
            </a:r>
            <a:endParaRPr lang="en-CA" sz="1600" spc="-1" dirty="0">
              <a:latin typeface="Arial"/>
            </a:endParaRPr>
          </a:p>
        </p:txBody>
      </p:sp>
      <p:sp>
        <p:nvSpPr>
          <p:cNvPr id="10" name="Use your official UCALGARY email account for ALL emails!">
            <a:extLst>
              <a:ext uri="{FF2B5EF4-FFF2-40B4-BE49-F238E27FC236}">
                <a16:creationId xmlns:a16="http://schemas.microsoft.com/office/drawing/2014/main" id="{33BEB64C-EDB2-B293-49A3-188170266953}"/>
              </a:ext>
            </a:extLst>
          </p:cNvPr>
          <p:cNvSpPr/>
          <p:nvPr/>
        </p:nvSpPr>
        <p:spPr>
          <a:xfrm>
            <a:off x="6061738" y="2416521"/>
            <a:ext cx="2356602" cy="437491"/>
          </a:xfrm>
          <a:prstGeom prst="rect">
            <a:avLst/>
          </a:prstGeom>
          <a:noFill/>
          <a:ln w="25400">
            <a:solidFill>
              <a:srgbClr val="000000"/>
            </a:solidFill>
            <a:miter/>
          </a:ln>
        </p:spPr>
        <p:style>
          <a:lnRef idx="0">
            <a:scrgbClr r="0" g="0" b="0"/>
          </a:lnRef>
          <a:fillRef idx="0">
            <a:scrgbClr r="0" g="0" b="0"/>
          </a:fillRef>
          <a:effectRef idx="0">
            <a:scrgbClr r="0" g="0" b="0"/>
          </a:effectRef>
          <a:fontRef idx="minor"/>
        </p:style>
        <p:txBody>
          <a:bodyPr wrap="square" lIns="34290" tIns="33750" rIns="34290" bIns="33750" anchor="t">
            <a:spAutoFit/>
          </a:bodyPr>
          <a:lstStyle/>
          <a:p>
            <a:pPr algn="ctr">
              <a:lnSpc>
                <a:spcPct val="100000"/>
              </a:lnSpc>
              <a:buNone/>
            </a:pPr>
            <a:r>
              <a:rPr lang="en-US" sz="1200" b="1" spc="-1" dirty="0">
                <a:solidFill>
                  <a:srgbClr val="0433FF"/>
                </a:solidFill>
                <a:latin typeface="Arial"/>
                <a:ea typeface="DejaVu Sans"/>
              </a:rPr>
              <a:t>Use your official UCALGARY email account for ALL emails!</a:t>
            </a:r>
            <a:endParaRPr lang="en-CA" sz="1200" spc="-1" dirty="0">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5" name="Table 5"/>
          <p:cNvGraphicFramePr/>
          <p:nvPr>
            <p:extLst>
              <p:ext uri="{D42A27DB-BD31-4B8C-83A1-F6EECF244321}">
                <p14:modId xmlns:p14="http://schemas.microsoft.com/office/powerpoint/2010/main" val="273267557"/>
              </p:ext>
            </p:extLst>
          </p:nvPr>
        </p:nvGraphicFramePr>
        <p:xfrm>
          <a:off x="1236960" y="986310"/>
          <a:ext cx="6718410" cy="2242050"/>
        </p:xfrm>
        <a:graphic>
          <a:graphicData uri="http://schemas.openxmlformats.org/drawingml/2006/table">
            <a:tbl>
              <a:tblPr/>
              <a:tblGrid>
                <a:gridCol w="1905930">
                  <a:extLst>
                    <a:ext uri="{9D8B030D-6E8A-4147-A177-3AD203B41FA5}">
                      <a16:colId xmlns:a16="http://schemas.microsoft.com/office/drawing/2014/main" val="20000"/>
                    </a:ext>
                  </a:extLst>
                </a:gridCol>
                <a:gridCol w="751410">
                  <a:extLst>
                    <a:ext uri="{9D8B030D-6E8A-4147-A177-3AD203B41FA5}">
                      <a16:colId xmlns:a16="http://schemas.microsoft.com/office/drawing/2014/main" val="20001"/>
                    </a:ext>
                  </a:extLst>
                </a:gridCol>
                <a:gridCol w="4061070">
                  <a:extLst>
                    <a:ext uri="{9D8B030D-6E8A-4147-A177-3AD203B41FA5}">
                      <a16:colId xmlns:a16="http://schemas.microsoft.com/office/drawing/2014/main" val="20002"/>
                    </a:ext>
                  </a:extLst>
                </a:gridCol>
              </a:tblGrid>
              <a:tr h="434340">
                <a:tc>
                  <a:txBody>
                    <a:bodyPr/>
                    <a:lstStyle/>
                    <a:p>
                      <a:pPr>
                        <a:lnSpc>
                          <a:spcPct val="100000"/>
                        </a:lnSpc>
                        <a:buNone/>
                      </a:pPr>
                      <a:r>
                        <a:rPr lang="en-US" sz="1200" b="1" strike="noStrike" cap="small" spc="-1">
                          <a:solidFill>
                            <a:srgbClr val="292934"/>
                          </a:solidFill>
                          <a:latin typeface="Arial"/>
                        </a:rPr>
                        <a:t>Component</a:t>
                      </a:r>
                      <a:endParaRPr lang="en-CA" sz="1200" b="0" strike="noStrike" spc="-1">
                        <a:latin typeface="Arial"/>
                      </a:endParaRPr>
                    </a:p>
                  </a:txBody>
                  <a:tcPr marL="34290" marR="34290" marT="34290" marB="34290" anchor="ctr">
                    <a:lnL>
                      <a:noFill/>
                    </a:lnL>
                    <a:lnR w="12240">
                      <a:solidFill>
                        <a:srgbClr val="292934"/>
                      </a:solidFill>
                    </a:lnR>
                    <a:lnT>
                      <a:noFill/>
                    </a:lnT>
                    <a:lnB>
                      <a:noFill/>
                    </a:lnB>
                    <a:noFill/>
                  </a:tcPr>
                </a:tc>
                <a:tc>
                  <a:txBody>
                    <a:bodyPr/>
                    <a:lstStyle/>
                    <a:p>
                      <a:pPr algn="ctr">
                        <a:lnSpc>
                          <a:spcPct val="100000"/>
                        </a:lnSpc>
                        <a:buNone/>
                      </a:pPr>
                      <a:r>
                        <a:rPr lang="en-US" sz="1200" b="1" strike="noStrike" cap="small" spc="-1">
                          <a:solidFill>
                            <a:srgbClr val="292934"/>
                          </a:solidFill>
                          <a:latin typeface="Arial"/>
                        </a:rPr>
                        <a:t>Weight [%]</a:t>
                      </a:r>
                      <a:endParaRPr lang="en-CA" sz="1200" b="0" strike="noStrike" spc="-1">
                        <a:latin typeface="Arial"/>
                      </a:endParaRPr>
                    </a:p>
                  </a:txBody>
                  <a:tcPr marL="34290" marR="34290" marT="34290" marB="34290" anchor="ctr">
                    <a:lnL w="12240">
                      <a:solidFill>
                        <a:srgbClr val="292934"/>
                      </a:solidFill>
                    </a:lnL>
                    <a:lnR w="12240">
                      <a:solidFill>
                        <a:srgbClr val="292934"/>
                      </a:solidFill>
                    </a:lnR>
                    <a:lnT w="12240">
                      <a:solidFill>
                        <a:srgbClr val="292934"/>
                      </a:solidFill>
                    </a:lnT>
                    <a:lnB w="12240">
                      <a:solidFill>
                        <a:srgbClr val="292934"/>
                      </a:solidFill>
                    </a:lnB>
                    <a:noFill/>
                  </a:tcPr>
                </a:tc>
                <a:tc>
                  <a:txBody>
                    <a:bodyPr/>
                    <a:lstStyle/>
                    <a:p>
                      <a:pPr algn="ctr">
                        <a:lnSpc>
                          <a:spcPct val="100000"/>
                        </a:lnSpc>
                        <a:buNone/>
                      </a:pPr>
                      <a:r>
                        <a:rPr lang="en-US" sz="1200" b="1" strike="noStrike" cap="small" spc="-1">
                          <a:solidFill>
                            <a:srgbClr val="292934"/>
                          </a:solidFill>
                          <a:latin typeface="Arial"/>
                        </a:rPr>
                        <a:t>Notes</a:t>
                      </a:r>
                      <a:endParaRPr lang="en-CA" sz="1200" b="0" strike="noStrike" spc="-1">
                        <a:latin typeface="Arial"/>
                      </a:endParaRPr>
                    </a:p>
                  </a:txBody>
                  <a:tcPr marL="34290" marR="34290" marT="34290" marB="34290" anchor="ctr">
                    <a:lnL w="12240">
                      <a:solidFill>
                        <a:srgbClr val="292934"/>
                      </a:solidFill>
                    </a:lnL>
                    <a:lnR>
                      <a:noFill/>
                    </a:lnR>
                    <a:lnT>
                      <a:noFill/>
                    </a:lnT>
                    <a:lnB>
                      <a:noFill/>
                    </a:lnB>
                    <a:noFill/>
                  </a:tcPr>
                </a:tc>
                <a:extLst>
                  <a:ext uri="{0D108BD9-81ED-4DB2-BD59-A6C34878D82A}">
                    <a16:rowId xmlns:a16="http://schemas.microsoft.com/office/drawing/2014/main" val="10000"/>
                  </a:ext>
                </a:extLst>
              </a:tr>
              <a:tr h="406890">
                <a:tc>
                  <a:txBody>
                    <a:bodyPr/>
                    <a:lstStyle/>
                    <a:p>
                      <a:pPr>
                        <a:lnSpc>
                          <a:spcPct val="100000"/>
                        </a:lnSpc>
                        <a:buNone/>
                      </a:pPr>
                      <a:r>
                        <a:rPr lang="en-US" sz="1100" b="1" strike="noStrike" cap="small" spc="-1">
                          <a:solidFill>
                            <a:srgbClr val="292934"/>
                          </a:solidFill>
                          <a:latin typeface="Arial"/>
                        </a:rPr>
                        <a:t>Labs + Pre-Lab Quizzes</a:t>
                      </a:r>
                      <a:endParaRPr lang="en-CA" sz="1100" b="0" strike="noStrike" spc="-1">
                        <a:latin typeface="Arial"/>
                      </a:endParaRPr>
                    </a:p>
                  </a:txBody>
                  <a:tcPr marL="34290" marR="34290" marT="34290" marB="34290" anchor="ctr">
                    <a:lnL>
                      <a:noFill/>
                    </a:lnL>
                    <a:lnR w="12240">
                      <a:solidFill>
                        <a:srgbClr val="292934"/>
                      </a:solidFill>
                    </a:lnR>
                    <a:lnT>
                      <a:noFill/>
                    </a:lnT>
                    <a:lnB>
                      <a:noFill/>
                    </a:lnB>
                    <a:noFill/>
                  </a:tcPr>
                </a:tc>
                <a:tc>
                  <a:txBody>
                    <a:bodyPr/>
                    <a:lstStyle/>
                    <a:p>
                      <a:pPr algn="ctr">
                        <a:lnSpc>
                          <a:spcPct val="100000"/>
                        </a:lnSpc>
                        <a:buNone/>
                      </a:pPr>
                      <a:r>
                        <a:rPr lang="en-CA" sz="1200" b="0" strike="noStrike" cap="small" spc="-1">
                          <a:solidFill>
                            <a:srgbClr val="292934"/>
                          </a:solidFill>
                          <a:latin typeface="Arial"/>
                        </a:rPr>
                        <a:t>25</a:t>
                      </a:r>
                      <a:endParaRPr lang="en-CA" sz="1200" b="0" strike="noStrike" spc="-1">
                        <a:latin typeface="Arial"/>
                      </a:endParaRPr>
                    </a:p>
                  </a:txBody>
                  <a:tcPr marL="34290" marR="34290" marT="34290" marB="34290" anchor="ctr">
                    <a:lnL w="12240">
                      <a:solidFill>
                        <a:srgbClr val="292934"/>
                      </a:solidFill>
                    </a:lnL>
                    <a:lnR w="12240">
                      <a:solidFill>
                        <a:srgbClr val="292934"/>
                      </a:solidFill>
                    </a:lnR>
                    <a:lnT w="12240">
                      <a:solidFill>
                        <a:srgbClr val="292934"/>
                      </a:solidFill>
                    </a:lnT>
                    <a:lnB w="12240">
                      <a:solidFill>
                        <a:srgbClr val="292934"/>
                      </a:solidFill>
                    </a:lnB>
                    <a:noFill/>
                  </a:tcPr>
                </a:tc>
                <a:tc>
                  <a:txBody>
                    <a:bodyPr/>
                    <a:lstStyle/>
                    <a:p>
                      <a:pPr algn="ctr">
                        <a:lnSpc>
                          <a:spcPct val="100000"/>
                        </a:lnSpc>
                        <a:buNone/>
                      </a:pPr>
                      <a:r>
                        <a:rPr lang="en-CA" sz="1200" b="0" strike="noStrike" cap="small" spc="-1">
                          <a:solidFill>
                            <a:srgbClr val="000000"/>
                          </a:solidFill>
                          <a:latin typeface="Arial"/>
                        </a:rPr>
                        <a:t>See course outline and lab d2l shell for more info</a:t>
                      </a:r>
                      <a:endParaRPr lang="en-CA" sz="1200" b="0" strike="noStrike" spc="-1">
                        <a:solidFill>
                          <a:srgbClr val="000000"/>
                        </a:solidFill>
                        <a:latin typeface="Arial"/>
                      </a:endParaRPr>
                    </a:p>
                  </a:txBody>
                  <a:tcPr marL="34290" marR="34290" marT="34290" marB="34290" anchor="ctr">
                    <a:lnL w="12240">
                      <a:solidFill>
                        <a:srgbClr val="292934"/>
                      </a:solidFill>
                    </a:lnL>
                    <a:lnR>
                      <a:noFill/>
                    </a:lnR>
                    <a:lnT>
                      <a:noFill/>
                    </a:lnT>
                    <a:lnB>
                      <a:noFill/>
                    </a:lnB>
                    <a:noFill/>
                  </a:tcPr>
                </a:tc>
                <a:extLst>
                  <a:ext uri="{0D108BD9-81ED-4DB2-BD59-A6C34878D82A}">
                    <a16:rowId xmlns:a16="http://schemas.microsoft.com/office/drawing/2014/main" val="10001"/>
                  </a:ext>
                </a:extLst>
              </a:tr>
              <a:tr h="406890">
                <a:tc>
                  <a:txBody>
                    <a:bodyPr/>
                    <a:lstStyle/>
                    <a:p>
                      <a:pPr>
                        <a:lnSpc>
                          <a:spcPct val="100000"/>
                        </a:lnSpc>
                        <a:buNone/>
                      </a:pPr>
                      <a:r>
                        <a:rPr lang="en-US" sz="1200" b="1" strike="noStrike" cap="small" spc="-1">
                          <a:solidFill>
                            <a:srgbClr val="292934"/>
                          </a:solidFill>
                          <a:latin typeface="Arial"/>
                        </a:rPr>
                        <a:t>Assignments (</a:t>
                      </a:r>
                      <a:r>
                        <a:rPr lang="en-CA" sz="1200" b="1" strike="noStrike" cap="small" spc="-1">
                          <a:solidFill>
                            <a:srgbClr val="292934"/>
                          </a:solidFill>
                          <a:latin typeface="Arial"/>
                        </a:rPr>
                        <a:t>10</a:t>
                      </a:r>
                      <a:r>
                        <a:rPr lang="en-US" sz="1200" b="1" strike="noStrike" cap="small" spc="-1">
                          <a:solidFill>
                            <a:srgbClr val="292934"/>
                          </a:solidFill>
                          <a:latin typeface="Arial"/>
                        </a:rPr>
                        <a:t>)</a:t>
                      </a:r>
                      <a:endParaRPr lang="en-CA" sz="1200" b="0" strike="noStrike" spc="-1">
                        <a:latin typeface="Arial"/>
                      </a:endParaRPr>
                    </a:p>
                  </a:txBody>
                  <a:tcPr marL="34290" marR="34290" marT="34290" marB="34290" anchor="ctr">
                    <a:lnL>
                      <a:noFill/>
                    </a:lnL>
                    <a:lnR w="12240">
                      <a:solidFill>
                        <a:srgbClr val="292934"/>
                      </a:solidFill>
                    </a:lnR>
                    <a:lnT>
                      <a:noFill/>
                    </a:lnT>
                    <a:lnB>
                      <a:noFill/>
                    </a:lnB>
                    <a:noFill/>
                  </a:tcPr>
                </a:tc>
                <a:tc>
                  <a:txBody>
                    <a:bodyPr/>
                    <a:lstStyle/>
                    <a:p>
                      <a:pPr algn="ctr">
                        <a:lnSpc>
                          <a:spcPct val="100000"/>
                        </a:lnSpc>
                        <a:buNone/>
                      </a:pPr>
                      <a:r>
                        <a:rPr lang="en-CA" sz="1200" b="0" strike="noStrike" cap="small" spc="-1" dirty="0">
                          <a:solidFill>
                            <a:srgbClr val="292934"/>
                          </a:solidFill>
                          <a:latin typeface="Arial"/>
                        </a:rPr>
                        <a:t>25</a:t>
                      </a:r>
                      <a:endParaRPr lang="en-CA" sz="1200" b="0" strike="noStrike" spc="-1" dirty="0">
                        <a:latin typeface="Arial"/>
                      </a:endParaRPr>
                    </a:p>
                  </a:txBody>
                  <a:tcPr marL="34290" marR="34290" marT="34290" marB="34290" anchor="ctr">
                    <a:lnL w="12240">
                      <a:solidFill>
                        <a:srgbClr val="292934"/>
                      </a:solidFill>
                    </a:lnL>
                    <a:lnR w="12240">
                      <a:solidFill>
                        <a:srgbClr val="292934"/>
                      </a:solidFill>
                    </a:lnR>
                    <a:lnT w="12240">
                      <a:solidFill>
                        <a:srgbClr val="292934"/>
                      </a:solidFill>
                    </a:lnT>
                    <a:lnB w="12240">
                      <a:solidFill>
                        <a:srgbClr val="292934"/>
                      </a:solidFill>
                    </a:lnB>
                    <a:noFill/>
                  </a:tcPr>
                </a:tc>
                <a:tc>
                  <a:txBody>
                    <a:bodyPr/>
                    <a:lstStyle/>
                    <a:p>
                      <a:pPr algn="ctr">
                        <a:lnSpc>
                          <a:spcPct val="100000"/>
                        </a:lnSpc>
                        <a:buNone/>
                      </a:pPr>
                      <a:r>
                        <a:rPr lang="en-US" sz="1200" b="0" strike="noStrike" cap="small" spc="-1">
                          <a:solidFill>
                            <a:srgbClr val="000000"/>
                          </a:solidFill>
                          <a:latin typeface="Arial"/>
                        </a:rPr>
                        <a:t>Due @ </a:t>
                      </a:r>
                      <a:r>
                        <a:rPr lang="en-CA" sz="1200" b="0" strike="noStrike" cap="small" spc="-1">
                          <a:solidFill>
                            <a:srgbClr val="000000"/>
                          </a:solidFill>
                          <a:latin typeface="Arial"/>
                        </a:rPr>
                        <a:t>11:59</a:t>
                      </a:r>
                      <a:r>
                        <a:rPr lang="en-US" sz="1200" b="0" strike="noStrike" cap="small" spc="-1">
                          <a:solidFill>
                            <a:srgbClr val="000000"/>
                          </a:solidFill>
                          <a:latin typeface="Arial"/>
                        </a:rPr>
                        <a:t>pm on Due Date (NO LATE ASSIGNMENTS)</a:t>
                      </a:r>
                      <a:endParaRPr lang="en-CA" sz="1200" b="0" strike="noStrike" spc="-1">
                        <a:solidFill>
                          <a:srgbClr val="000000"/>
                        </a:solidFill>
                        <a:latin typeface="Arial"/>
                      </a:endParaRPr>
                    </a:p>
                  </a:txBody>
                  <a:tcPr marL="34290" marR="34290" marT="34290" marB="34290" anchor="ctr">
                    <a:lnL w="12240">
                      <a:solidFill>
                        <a:srgbClr val="292934"/>
                      </a:solidFill>
                    </a:lnL>
                    <a:lnR>
                      <a:noFill/>
                    </a:lnR>
                    <a:lnT>
                      <a:noFill/>
                    </a:lnT>
                    <a:lnB>
                      <a:noFill/>
                    </a:lnB>
                    <a:noFill/>
                  </a:tcPr>
                </a:tc>
                <a:extLst>
                  <a:ext uri="{0D108BD9-81ED-4DB2-BD59-A6C34878D82A}">
                    <a16:rowId xmlns:a16="http://schemas.microsoft.com/office/drawing/2014/main" val="10002"/>
                  </a:ext>
                </a:extLst>
              </a:tr>
              <a:tr h="277830">
                <a:tc>
                  <a:txBody>
                    <a:bodyPr/>
                    <a:lstStyle/>
                    <a:p>
                      <a:pPr>
                        <a:lnSpc>
                          <a:spcPct val="100000"/>
                        </a:lnSpc>
                        <a:buNone/>
                      </a:pPr>
                      <a:r>
                        <a:rPr lang="en-CA" sz="1200" b="1" strike="noStrike" cap="small" spc="-1">
                          <a:solidFill>
                            <a:srgbClr val="292934"/>
                          </a:solidFill>
                          <a:latin typeface="Arial"/>
                        </a:rPr>
                        <a:t>Midterm Examination</a:t>
                      </a:r>
                      <a:endParaRPr lang="en-CA" sz="1200" b="0" strike="noStrike" spc="-1">
                        <a:latin typeface="Arial"/>
                      </a:endParaRPr>
                    </a:p>
                  </a:txBody>
                  <a:tcPr marL="34290" marR="34290" marT="34290" marB="34290" anchor="ctr">
                    <a:lnL>
                      <a:noFill/>
                    </a:lnL>
                    <a:lnR w="12240" cap="flat" cmpd="sng" algn="ctr">
                      <a:solidFill>
                        <a:srgbClr val="292934"/>
                      </a:solidFill>
                      <a:prstDash val="solid"/>
                      <a:round/>
                      <a:headEnd type="none" w="med" len="med"/>
                      <a:tailEnd type="none" w="med" len="med"/>
                    </a:lnR>
                    <a:lnT>
                      <a:noFill/>
                    </a:lnT>
                    <a:lnB>
                      <a:noFill/>
                    </a:lnB>
                    <a:noFill/>
                  </a:tcPr>
                </a:tc>
                <a:tc>
                  <a:txBody>
                    <a:bodyPr/>
                    <a:lstStyle/>
                    <a:p>
                      <a:pPr algn="ctr">
                        <a:lnSpc>
                          <a:spcPct val="100000"/>
                        </a:lnSpc>
                        <a:buNone/>
                      </a:pPr>
                      <a:r>
                        <a:rPr lang="en-CA" sz="1200" b="0" strike="noStrike" cap="small" spc="-1">
                          <a:solidFill>
                            <a:srgbClr val="292934"/>
                          </a:solidFill>
                          <a:latin typeface="Arial"/>
                        </a:rPr>
                        <a:t>20</a:t>
                      </a:r>
                      <a:endParaRPr lang="en-CA" sz="1200" b="0" strike="noStrike" spc="-1">
                        <a:latin typeface="Arial"/>
                      </a:endParaRPr>
                    </a:p>
                  </a:txBody>
                  <a:tcPr marL="34290" marR="34290" marT="34290" marB="34290" anchor="ctr">
                    <a:lnL w="12240" cap="flat" cmpd="sng" algn="ctr">
                      <a:solidFill>
                        <a:srgbClr val="292934"/>
                      </a:solidFill>
                      <a:prstDash val="solid"/>
                      <a:round/>
                      <a:headEnd type="none" w="med" len="med"/>
                      <a:tailEnd type="none" w="med" len="med"/>
                    </a:lnL>
                    <a:lnR w="12240" cap="flat" cmpd="sng" algn="ctr">
                      <a:solidFill>
                        <a:srgbClr val="292934"/>
                      </a:solidFill>
                      <a:prstDash val="solid"/>
                      <a:round/>
                      <a:headEnd type="none" w="med" len="med"/>
                      <a:tailEnd type="none" w="med" len="med"/>
                    </a:lnR>
                    <a:lnT w="12240" cap="flat" cmpd="sng" algn="ctr">
                      <a:solidFill>
                        <a:srgbClr val="292934"/>
                      </a:solidFill>
                      <a:prstDash val="solid"/>
                      <a:round/>
                      <a:headEnd type="none" w="med" len="med"/>
                      <a:tailEnd type="none" w="med" len="med"/>
                    </a:lnT>
                    <a:lnB w="12240">
                      <a:solidFill>
                        <a:srgbClr val="292934"/>
                      </a:solidFill>
                    </a:lnB>
                    <a:noFill/>
                  </a:tcPr>
                </a:tc>
                <a:tc>
                  <a:txBody>
                    <a:bodyPr/>
                    <a:lstStyle/>
                    <a:p>
                      <a:pPr algn="ctr">
                        <a:lnSpc>
                          <a:spcPct val="100000"/>
                        </a:lnSpc>
                        <a:buNone/>
                      </a:pPr>
                      <a:r>
                        <a:rPr lang="en-CA" sz="1200" b="1" strike="noStrike" cap="small" spc="-1" dirty="0">
                          <a:solidFill>
                            <a:srgbClr val="FF0000"/>
                          </a:solidFill>
                          <a:latin typeface="Arial"/>
                        </a:rPr>
                        <a:t>Wednesday October 21, 7:00-8:30 PM</a:t>
                      </a:r>
                      <a:endParaRPr lang="en-CA" sz="1200" b="0" strike="noStrike" spc="-1" dirty="0">
                        <a:latin typeface="Arial"/>
                      </a:endParaRPr>
                    </a:p>
                  </a:txBody>
                  <a:tcPr marL="34290" marR="34290" marT="34290" marB="34290" anchor="ctr">
                    <a:lnL w="12240" cap="flat" cmpd="sng" algn="ctr">
                      <a:solidFill>
                        <a:srgbClr val="292934"/>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0004"/>
                  </a:ext>
                </a:extLst>
              </a:tr>
              <a:tr h="434160">
                <a:tc>
                  <a:txBody>
                    <a:bodyPr/>
                    <a:lstStyle/>
                    <a:p>
                      <a:pPr>
                        <a:lnSpc>
                          <a:spcPct val="100000"/>
                        </a:lnSpc>
                        <a:buNone/>
                        <a:tabLst>
                          <a:tab pos="0" algn="l"/>
                        </a:tabLst>
                      </a:pPr>
                      <a:r>
                        <a:rPr lang="en-CA" sz="1200" b="1" strike="noStrike" cap="small" spc="-1">
                          <a:solidFill>
                            <a:srgbClr val="292934"/>
                          </a:solidFill>
                          <a:latin typeface="Arial"/>
                        </a:rPr>
                        <a:t>Final Examination</a:t>
                      </a:r>
                      <a:endParaRPr lang="en-CA" sz="1200" b="0" strike="noStrike" spc="-1">
                        <a:latin typeface="Arial"/>
                      </a:endParaRPr>
                    </a:p>
                  </a:txBody>
                  <a:tcPr marL="34290" marR="34290" marT="34290" marB="34290" anchor="ctr">
                    <a:lnL>
                      <a:noFill/>
                    </a:lnL>
                    <a:lnR w="12240">
                      <a:solidFill>
                        <a:srgbClr val="292934"/>
                      </a:solidFill>
                    </a:lnR>
                    <a:lnT>
                      <a:noFill/>
                    </a:lnT>
                    <a:lnB>
                      <a:noFill/>
                    </a:lnB>
                    <a:noFill/>
                  </a:tcPr>
                </a:tc>
                <a:tc>
                  <a:txBody>
                    <a:bodyPr/>
                    <a:lstStyle/>
                    <a:p>
                      <a:pPr algn="ctr">
                        <a:lnSpc>
                          <a:spcPct val="100000"/>
                        </a:lnSpc>
                        <a:buNone/>
                      </a:pPr>
                      <a:r>
                        <a:rPr lang="en-CA" sz="1200" b="0" strike="noStrike" cap="small" spc="-1">
                          <a:solidFill>
                            <a:srgbClr val="292934"/>
                          </a:solidFill>
                          <a:latin typeface="Arial"/>
                        </a:rPr>
                        <a:t>30</a:t>
                      </a:r>
                      <a:endParaRPr lang="en-CA" sz="1200" b="0" strike="noStrike" spc="-1">
                        <a:latin typeface="Arial"/>
                      </a:endParaRPr>
                    </a:p>
                  </a:txBody>
                  <a:tcPr marL="34290" marR="34290" marT="34290" marB="34290" anchor="ctr">
                    <a:lnL w="12240">
                      <a:solidFill>
                        <a:srgbClr val="292934"/>
                      </a:solidFill>
                    </a:lnL>
                    <a:lnR w="12240">
                      <a:solidFill>
                        <a:srgbClr val="292934"/>
                      </a:solidFill>
                    </a:lnR>
                    <a:lnT w="12240">
                      <a:solidFill>
                        <a:srgbClr val="292934"/>
                      </a:solidFill>
                    </a:lnT>
                    <a:lnB w="12240">
                      <a:solidFill>
                        <a:srgbClr val="292934"/>
                      </a:solidFill>
                    </a:lnB>
                    <a:noFill/>
                  </a:tcPr>
                </a:tc>
                <a:tc>
                  <a:txBody>
                    <a:bodyPr/>
                    <a:lstStyle/>
                    <a:p>
                      <a:pPr algn="ctr">
                        <a:lnSpc>
                          <a:spcPct val="100000"/>
                        </a:lnSpc>
                        <a:buNone/>
                        <a:tabLst>
                          <a:tab pos="0" algn="l"/>
                        </a:tabLst>
                      </a:pPr>
                      <a:r>
                        <a:rPr lang="en-CA" sz="1200" b="0" strike="noStrike" cap="small" spc="-1">
                          <a:solidFill>
                            <a:srgbClr val="000000"/>
                          </a:solidFill>
                          <a:latin typeface="Arial"/>
                        </a:rPr>
                        <a:t>In person, to be scheduled by Registrar. </a:t>
                      </a:r>
                      <a:endParaRPr lang="en-CA" sz="1200" b="0" strike="noStrike" spc="-1">
                        <a:solidFill>
                          <a:srgbClr val="000000"/>
                        </a:solidFill>
                        <a:latin typeface="Arial"/>
                      </a:endParaRPr>
                    </a:p>
                  </a:txBody>
                  <a:tcPr marL="34290" marR="34290" marT="34290" marB="34290" anchor="ctr">
                    <a:lnL w="12240">
                      <a:solidFill>
                        <a:srgbClr val="292934"/>
                      </a:solidFill>
                    </a:lnL>
                    <a:lnR>
                      <a:noFill/>
                    </a:lnR>
                    <a:lnT>
                      <a:noFill/>
                    </a:lnT>
                    <a:lnB>
                      <a:noFill/>
                    </a:lnB>
                    <a:noFill/>
                  </a:tcPr>
                </a:tc>
                <a:extLst>
                  <a:ext uri="{0D108BD9-81ED-4DB2-BD59-A6C34878D82A}">
                    <a16:rowId xmlns:a16="http://schemas.microsoft.com/office/drawing/2014/main" val="10005"/>
                  </a:ext>
                </a:extLst>
              </a:tr>
              <a:tr h="277830">
                <a:tc>
                  <a:txBody>
                    <a:bodyPr/>
                    <a:lstStyle/>
                    <a:p>
                      <a:pPr>
                        <a:lnSpc>
                          <a:spcPct val="100000"/>
                        </a:lnSpc>
                        <a:buNone/>
                      </a:pPr>
                      <a:r>
                        <a:rPr lang="en-CA" sz="1200" b="1" strike="noStrike" cap="small" spc="-1">
                          <a:solidFill>
                            <a:srgbClr val="292934"/>
                          </a:solidFill>
                          <a:latin typeface="Arial"/>
                        </a:rPr>
                        <a:t>Total</a:t>
                      </a:r>
                      <a:endParaRPr lang="en-CA" sz="1200" b="0" strike="noStrike" spc="-1">
                        <a:latin typeface="Arial"/>
                      </a:endParaRPr>
                    </a:p>
                  </a:txBody>
                  <a:tcPr marL="34290" marR="34290" marT="34290" marB="34290" anchor="ctr">
                    <a:lnL>
                      <a:noFill/>
                    </a:lnL>
                    <a:lnR w="12240">
                      <a:solidFill>
                        <a:srgbClr val="292934"/>
                      </a:solidFill>
                    </a:lnR>
                    <a:lnT>
                      <a:noFill/>
                    </a:lnT>
                    <a:lnB>
                      <a:noFill/>
                    </a:lnB>
                    <a:noFill/>
                  </a:tcPr>
                </a:tc>
                <a:tc>
                  <a:txBody>
                    <a:bodyPr/>
                    <a:lstStyle/>
                    <a:p>
                      <a:pPr algn="ctr">
                        <a:lnSpc>
                          <a:spcPct val="100000"/>
                        </a:lnSpc>
                        <a:buNone/>
                      </a:pPr>
                      <a:r>
                        <a:rPr lang="en-CA" sz="1200" b="0" strike="noStrike" cap="small" spc="-1">
                          <a:solidFill>
                            <a:srgbClr val="292934"/>
                          </a:solidFill>
                          <a:latin typeface="Arial"/>
                        </a:rPr>
                        <a:t>100</a:t>
                      </a:r>
                      <a:endParaRPr lang="en-CA" sz="1200" b="0" strike="noStrike" spc="-1">
                        <a:latin typeface="Arial"/>
                      </a:endParaRPr>
                    </a:p>
                  </a:txBody>
                  <a:tcPr marL="34290" marR="34290" marT="34290" marB="34290" anchor="ctr">
                    <a:lnL w="12240">
                      <a:solidFill>
                        <a:srgbClr val="292934"/>
                      </a:solidFill>
                    </a:lnL>
                    <a:lnR w="12240">
                      <a:solidFill>
                        <a:srgbClr val="292934"/>
                      </a:solidFill>
                    </a:lnR>
                    <a:lnT w="12240">
                      <a:solidFill>
                        <a:srgbClr val="292934"/>
                      </a:solidFill>
                    </a:lnT>
                    <a:lnB w="12240">
                      <a:solidFill>
                        <a:srgbClr val="292934"/>
                      </a:solidFill>
                    </a:lnB>
                    <a:noFill/>
                  </a:tcPr>
                </a:tc>
                <a:tc>
                  <a:txBody>
                    <a:bodyPr/>
                    <a:lstStyle/>
                    <a:p>
                      <a:endParaRPr lang="en-US" sz="1400" dirty="0"/>
                    </a:p>
                  </a:txBody>
                  <a:tcPr marL="34290" marR="34290" marT="34290" marB="34290" anchor="ctr">
                    <a:lnL w="12240">
                      <a:solidFill>
                        <a:srgbClr val="292934"/>
                      </a:solidFill>
                    </a:lnL>
                    <a:lnR>
                      <a:noFill/>
                    </a:lnR>
                    <a:lnT>
                      <a:noFill/>
                    </a:lnT>
                    <a:lnB>
                      <a:noFill/>
                    </a:lnB>
                    <a:noFill/>
                  </a:tcPr>
                </a:tc>
                <a:extLst>
                  <a:ext uri="{0D108BD9-81ED-4DB2-BD59-A6C34878D82A}">
                    <a16:rowId xmlns:a16="http://schemas.microsoft.com/office/drawing/2014/main" val="10006"/>
                  </a:ext>
                </a:extLst>
              </a:tr>
            </a:tbl>
          </a:graphicData>
        </a:graphic>
      </p:graphicFrame>
      <p:sp>
        <p:nvSpPr>
          <p:cNvPr id="186" name="TextBox 6"/>
          <p:cNvSpPr/>
          <p:nvPr/>
        </p:nvSpPr>
        <p:spPr>
          <a:xfrm>
            <a:off x="1345500" y="4270320"/>
            <a:ext cx="6452460" cy="622157"/>
          </a:xfrm>
          <a:prstGeom prst="rect">
            <a:avLst/>
          </a:prstGeom>
          <a:noFill/>
          <a:ln w="0">
            <a:noFill/>
          </a:ln>
        </p:spPr>
        <p:style>
          <a:lnRef idx="0">
            <a:scrgbClr r="0" g="0" b="0"/>
          </a:lnRef>
          <a:fillRef idx="0">
            <a:scrgbClr r="0" g="0" b="0"/>
          </a:fillRef>
          <a:effectRef idx="0">
            <a:scrgbClr r="0" g="0" b="0"/>
          </a:effectRef>
          <a:fontRef idx="minor"/>
        </p:style>
        <p:txBody>
          <a:bodyPr lIns="34290" tIns="33750" rIns="34290" bIns="33750" anchor="t">
            <a:spAutoFit/>
          </a:bodyPr>
          <a:lstStyle/>
          <a:p>
            <a:pPr algn="just">
              <a:lnSpc>
                <a:spcPct val="100000"/>
              </a:lnSpc>
              <a:buNone/>
            </a:pPr>
            <a:r>
              <a:rPr lang="en-US" sz="1200" spc="-1">
                <a:solidFill>
                  <a:srgbClr val="292934"/>
                </a:solidFill>
                <a:latin typeface="Arial"/>
                <a:ea typeface="DejaVu Sans"/>
              </a:rPr>
              <a:t>Check your grades on D2L regularly.</a:t>
            </a:r>
            <a:endParaRPr lang="en-CA" sz="1200" spc="-1">
              <a:latin typeface="Arial"/>
            </a:endParaRPr>
          </a:p>
          <a:p>
            <a:pPr algn="just">
              <a:lnSpc>
                <a:spcPct val="100000"/>
              </a:lnSpc>
              <a:buNone/>
            </a:pPr>
            <a:r>
              <a:rPr lang="en-US" sz="1200" spc="-1">
                <a:solidFill>
                  <a:srgbClr val="292934"/>
                </a:solidFill>
                <a:latin typeface="Arial"/>
                <a:ea typeface="DejaVu Sans"/>
              </a:rPr>
              <a:t>Any discrepancies should be reported within 15 days from the day a grade has been posted to the TA (labs) or the course coordinator (all other)</a:t>
            </a:r>
            <a:endParaRPr lang="en-CA" sz="1200" spc="-1">
              <a:latin typeface="Arial"/>
            </a:endParaRPr>
          </a:p>
        </p:txBody>
      </p:sp>
      <p:sp>
        <p:nvSpPr>
          <p:cNvPr id="187" name="Rectangle 7"/>
          <p:cNvSpPr/>
          <p:nvPr/>
        </p:nvSpPr>
        <p:spPr>
          <a:xfrm>
            <a:off x="1101420" y="4880250"/>
            <a:ext cx="6857190" cy="275908"/>
          </a:xfrm>
          <a:prstGeom prst="rect">
            <a:avLst/>
          </a:prstGeom>
          <a:noFill/>
          <a:ln w="0">
            <a:noFill/>
          </a:ln>
        </p:spPr>
        <p:style>
          <a:lnRef idx="0">
            <a:scrgbClr r="0" g="0" b="0"/>
          </a:lnRef>
          <a:fillRef idx="0">
            <a:scrgbClr r="0" g="0" b="0"/>
          </a:fillRef>
          <a:effectRef idx="0">
            <a:scrgbClr r="0" g="0" b="0"/>
          </a:effectRef>
          <a:fontRef idx="minor"/>
        </p:style>
        <p:txBody>
          <a:bodyPr lIns="34290" tIns="33750" rIns="34290" bIns="33750" anchor="t">
            <a:spAutoFit/>
          </a:bodyPr>
          <a:lstStyle/>
          <a:p>
            <a:pPr algn="ctr">
              <a:lnSpc>
                <a:spcPct val="100000"/>
              </a:lnSpc>
              <a:buNone/>
            </a:pPr>
            <a:r>
              <a:rPr lang="en-US" sz="1350" spc="-1">
                <a:solidFill>
                  <a:srgbClr val="D2533C"/>
                </a:solidFill>
                <a:latin typeface="Arial"/>
                <a:ea typeface="DejaVu Sans"/>
              </a:rPr>
              <a:t>http://www.ucalgary.ca/pubs/calendar/current/i-2.html</a:t>
            </a:r>
            <a:endParaRPr lang="en-CA" sz="1350" spc="-1">
              <a:latin typeface="Arial"/>
            </a:endParaRPr>
          </a:p>
        </p:txBody>
      </p:sp>
      <p:sp>
        <p:nvSpPr>
          <p:cNvPr id="188" name="PlaceHolder 1"/>
          <p:cNvSpPr>
            <a:spLocks noGrp="1"/>
          </p:cNvSpPr>
          <p:nvPr>
            <p:ph type="title"/>
          </p:nvPr>
        </p:nvSpPr>
        <p:spPr>
          <a:xfrm>
            <a:off x="1171620" y="308340"/>
            <a:ext cx="6857190" cy="556470"/>
          </a:xfrm>
          <a:prstGeom prst="rect">
            <a:avLst/>
          </a:prstGeom>
          <a:noFill/>
          <a:ln w="0">
            <a:noFill/>
          </a:ln>
        </p:spPr>
        <p:txBody>
          <a:bodyPr lIns="67500" tIns="33750" rIns="67500" bIns="33750" anchor="ctr">
            <a:normAutofit/>
          </a:bodyPr>
          <a:lstStyle/>
          <a:p>
            <a:pPr>
              <a:lnSpc>
                <a:spcPct val="100000"/>
              </a:lnSpc>
              <a:buNone/>
            </a:pPr>
            <a:r>
              <a:rPr lang="en-CA" sz="2400" b="1" cap="small" spc="-60">
                <a:solidFill>
                  <a:srgbClr val="D2533C"/>
                </a:solidFill>
                <a:latin typeface="Arial"/>
              </a:rPr>
              <a:t>PHYS 365 &amp; 369 Course Grade Rubric</a:t>
            </a:r>
            <a:endParaRPr lang="en-CA" sz="2400"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Text Box 1"/>
          <p:cNvSpPr/>
          <p:nvPr/>
        </p:nvSpPr>
        <p:spPr>
          <a:xfrm>
            <a:off x="6057810" y="4683960"/>
            <a:ext cx="1599480" cy="356400"/>
          </a:xfrm>
          <a:prstGeom prst="rect">
            <a:avLst/>
          </a:prstGeom>
          <a:noFill/>
          <a:ln w="0">
            <a:noFill/>
          </a:ln>
        </p:spPr>
        <p:style>
          <a:lnRef idx="0">
            <a:scrgbClr r="0" g="0" b="0"/>
          </a:lnRef>
          <a:fillRef idx="0">
            <a:scrgbClr r="0" g="0" b="0"/>
          </a:fillRef>
          <a:effectRef idx="0">
            <a:scrgbClr r="0" g="0" b="0"/>
          </a:effectRef>
          <a:fontRef idx="minor"/>
        </p:style>
        <p:txBody>
          <a:bodyPr lIns="67500" tIns="35100" rIns="67500" bIns="35100" anchor="t">
            <a:noAutofit/>
          </a:bodyPr>
          <a:lstStyle/>
          <a:p>
            <a:pPr algn="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pPr>
            <a:fld id="{E1320EEA-2151-49B3-85F0-BA34EBBBB22F}" type="slidenum">
              <a:rPr lang="en-US" sz="1050" spc="-1">
                <a:solidFill>
                  <a:srgbClr val="000000"/>
                </a:solidFill>
                <a:latin typeface="Arial"/>
                <a:ea typeface="Microsoft YaHei"/>
              </a:rPr>
              <a:pPr algn="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pPr>
              <a:t>4</a:t>
            </a:fld>
            <a:endParaRPr lang="en-CA" sz="1050" spc="-1">
              <a:latin typeface="Arial"/>
            </a:endParaRPr>
          </a:p>
        </p:txBody>
      </p:sp>
      <p:sp>
        <p:nvSpPr>
          <p:cNvPr id="190" name="Text Box 3"/>
          <p:cNvSpPr/>
          <p:nvPr/>
        </p:nvSpPr>
        <p:spPr>
          <a:xfrm>
            <a:off x="1238310" y="1220158"/>
            <a:ext cx="6663060" cy="2702375"/>
          </a:xfrm>
          <a:prstGeom prst="rect">
            <a:avLst/>
          </a:prstGeom>
          <a:noFill/>
          <a:ln w="0">
            <a:noFill/>
          </a:ln>
        </p:spPr>
        <p:style>
          <a:lnRef idx="0">
            <a:scrgbClr r="0" g="0" b="0"/>
          </a:lnRef>
          <a:fillRef idx="0">
            <a:scrgbClr r="0" g="0" b="0"/>
          </a:fillRef>
          <a:effectRef idx="0">
            <a:scrgbClr r="0" g="0" b="0"/>
          </a:effectRef>
          <a:fontRef idx="minor"/>
        </p:style>
        <p:txBody>
          <a:bodyPr lIns="67500" tIns="35100" rIns="67500" bIns="35100" anchor="ctr">
            <a:spAutoFit/>
          </a:bodyPr>
          <a:lstStyle/>
          <a:p>
            <a:pP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pPr>
            <a:r>
              <a:rPr lang="en-US" b="1" spc="-1" dirty="0">
                <a:solidFill>
                  <a:srgbClr val="292934"/>
                </a:solidFill>
                <a:latin typeface="Arial"/>
                <a:ea typeface="Microsoft YaHei"/>
              </a:rPr>
              <a:t>PHYS 365 Fall 2026 - Acoustics, Optics and Modern Physics (for students in Engineering)</a:t>
            </a:r>
            <a:r>
              <a:rPr lang="en-US" b="1" spc="-1" baseline="33000" dirty="0">
                <a:solidFill>
                  <a:srgbClr val="292934"/>
                </a:solidFill>
                <a:latin typeface="Arial"/>
                <a:ea typeface="Microsoft YaHei"/>
              </a:rPr>
              <a:t>*</a:t>
            </a:r>
            <a:endParaRPr lang="en-CA" spc="-1" dirty="0">
              <a:latin typeface="Arial"/>
            </a:endParaRPr>
          </a:p>
          <a:p>
            <a:pPr marL="814320" lvl="1" indent="-257310">
              <a:buClr>
                <a:srgbClr val="292934"/>
              </a:buClr>
              <a:buFont typeface="Arial"/>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pPr>
            <a:r>
              <a:rPr lang="en-US" sz="1500" spc="-1" dirty="0">
                <a:solidFill>
                  <a:srgbClr val="292934"/>
                </a:solidFill>
                <a:latin typeface="Arial"/>
                <a:ea typeface="Microsoft YaHei"/>
              </a:rPr>
              <a:t>Course outline and Lecture/Lab schedule</a:t>
            </a:r>
            <a:endParaRPr lang="en-CA" sz="1500" spc="-1" dirty="0">
              <a:latin typeface="Arial"/>
            </a:endParaRPr>
          </a:p>
          <a:p>
            <a:pPr marL="814320" lvl="1" indent="-257310">
              <a:buClr>
                <a:srgbClr val="292934"/>
              </a:buClr>
              <a:buFont typeface="Arial"/>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pPr>
            <a:r>
              <a:rPr lang="en-US" sz="1500" spc="-1" dirty="0">
                <a:solidFill>
                  <a:srgbClr val="292934"/>
                </a:solidFill>
                <a:latin typeface="Arial"/>
                <a:ea typeface="Microsoft YaHei"/>
              </a:rPr>
              <a:t>Course announcements</a:t>
            </a:r>
            <a:endParaRPr lang="en-CA" sz="1500" spc="-1" dirty="0">
              <a:latin typeface="Arial"/>
            </a:endParaRPr>
          </a:p>
          <a:p>
            <a:pPr marL="814320" lvl="1" indent="-257310">
              <a:buClr>
                <a:srgbClr val="FF0000"/>
              </a:buClr>
              <a:buFont typeface="Arial"/>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pPr>
            <a:r>
              <a:rPr lang="en-US" sz="1500" b="1" spc="-1" dirty="0">
                <a:solidFill>
                  <a:srgbClr val="FF0000"/>
                </a:solidFill>
                <a:latin typeface="Arial"/>
                <a:ea typeface="Microsoft YaHei"/>
              </a:rPr>
              <a:t>Forms for missed components/conflicts</a:t>
            </a:r>
            <a:endParaRPr lang="en-CA" sz="1500" spc="-1" dirty="0">
              <a:latin typeface="Arial"/>
            </a:endParaRPr>
          </a:p>
          <a:p>
            <a:pPr marL="814320" lvl="1" indent="-257310">
              <a:buClr>
                <a:srgbClr val="292934"/>
              </a:buClr>
              <a:buFont typeface="Arial"/>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pPr>
            <a:r>
              <a:rPr lang="en-US" sz="1500" spc="-1" dirty="0">
                <a:solidFill>
                  <a:srgbClr val="292934"/>
                </a:solidFill>
                <a:latin typeface="Arial"/>
                <a:ea typeface="Microsoft YaHei"/>
              </a:rPr>
              <a:t>Grades </a:t>
            </a:r>
            <a:endParaRPr lang="en-CA" sz="1500" spc="-1" dirty="0">
              <a:latin typeface="Arial"/>
            </a:endParaRPr>
          </a:p>
          <a:p>
            <a:pPr marL="814320" lvl="1" indent="-257310">
              <a:buClr>
                <a:srgbClr val="292934"/>
              </a:buClr>
              <a:buFont typeface="Arial"/>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pPr>
            <a:r>
              <a:rPr lang="en-US" sz="1500" spc="-1" dirty="0">
                <a:solidFill>
                  <a:srgbClr val="292934"/>
                </a:solidFill>
                <a:latin typeface="Arial"/>
                <a:ea typeface="Microsoft YaHei"/>
              </a:rPr>
              <a:t>Course notes (PPT slides, scanned notes, etc.)</a:t>
            </a:r>
            <a:endParaRPr lang="en-CA" sz="1500" spc="-1" dirty="0">
              <a:latin typeface="Arial"/>
            </a:endParaRPr>
          </a:p>
          <a:p>
            <a:pPr marL="814320" lvl="1" indent="-257310">
              <a:buClr>
                <a:srgbClr val="292934"/>
              </a:buClr>
              <a:buFont typeface="Arial"/>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pPr>
            <a:r>
              <a:rPr lang="en-US" sz="1500" spc="-1" dirty="0">
                <a:solidFill>
                  <a:srgbClr val="292934"/>
                </a:solidFill>
                <a:latin typeface="Arial"/>
                <a:ea typeface="Microsoft YaHei"/>
              </a:rPr>
              <a:t>Practice exams and practice problems</a:t>
            </a:r>
            <a:endParaRPr lang="en-CA" sz="1500" spc="-1" dirty="0">
              <a:latin typeface="Arial"/>
            </a:endParaRPr>
          </a:p>
          <a:p>
            <a:pPr marL="814320" lvl="1" indent="-257310">
              <a:buClr>
                <a:srgbClr val="292934"/>
              </a:buClr>
              <a:buFont typeface="Arial"/>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pPr>
            <a:r>
              <a:rPr lang="en-US" sz="1500" spc="-1" dirty="0">
                <a:solidFill>
                  <a:srgbClr val="292934"/>
                </a:solidFill>
                <a:latin typeface="Arial"/>
                <a:ea typeface="Microsoft YaHei"/>
              </a:rPr>
              <a:t>Formula Sheet</a:t>
            </a:r>
            <a:endParaRPr lang="en-CA" sz="1500" spc="-1" dirty="0">
              <a:latin typeface="Arial"/>
            </a:endParaRPr>
          </a:p>
          <a:p>
            <a:pPr marL="814320" lvl="1" indent="-257310">
              <a:buClr>
                <a:srgbClr val="292934"/>
              </a:buClr>
              <a:buFont typeface="Arial"/>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pPr>
            <a:r>
              <a:rPr lang="en-US" sz="1500" b="1" spc="-1" dirty="0">
                <a:solidFill>
                  <a:srgbClr val="292934"/>
                </a:solidFill>
                <a:latin typeface="Arial"/>
                <a:ea typeface="Microsoft YaHei"/>
              </a:rPr>
              <a:t>Extra notes (EN) and </a:t>
            </a:r>
            <a:r>
              <a:rPr lang="en-US" sz="1500" b="1" spc="-1" dirty="0" err="1">
                <a:solidFill>
                  <a:srgbClr val="292934"/>
                </a:solidFill>
                <a:latin typeface="Arial"/>
                <a:ea typeface="Microsoft YaHei"/>
              </a:rPr>
              <a:t>Openstax</a:t>
            </a:r>
            <a:r>
              <a:rPr lang="en-US" sz="1500" b="1" spc="-1" dirty="0">
                <a:solidFill>
                  <a:srgbClr val="292934"/>
                </a:solidFill>
                <a:latin typeface="Arial"/>
                <a:ea typeface="Microsoft YaHei"/>
              </a:rPr>
              <a:t> (OS) resources</a:t>
            </a:r>
            <a:endParaRPr lang="en-CA" sz="1500" spc="-1" dirty="0">
              <a:latin typeface="Arial"/>
            </a:endParaRPr>
          </a:p>
          <a:p>
            <a:pPr marL="814320" lvl="1" indent="-257310">
              <a:buClr>
                <a:srgbClr val="292934"/>
              </a:buClr>
              <a:buFont typeface="Arial"/>
              <a:buChar cha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pPr>
            <a:r>
              <a:rPr lang="en-US" sz="1500" spc="-1" dirty="0">
                <a:solidFill>
                  <a:srgbClr val="292934"/>
                </a:solidFill>
                <a:latin typeface="Arial"/>
                <a:ea typeface="Microsoft YaHei"/>
              </a:rPr>
              <a:t>Additional resources</a:t>
            </a:r>
            <a:endParaRPr lang="en-CA" sz="1500" spc="-1" dirty="0">
              <a:latin typeface="Arial"/>
            </a:endParaRPr>
          </a:p>
        </p:txBody>
      </p:sp>
      <p:sp>
        <p:nvSpPr>
          <p:cNvPr id="191" name="PlaceHolder 1"/>
          <p:cNvSpPr>
            <a:spLocks noGrp="1"/>
          </p:cNvSpPr>
          <p:nvPr>
            <p:ph type="title"/>
          </p:nvPr>
        </p:nvSpPr>
        <p:spPr>
          <a:xfrm>
            <a:off x="1485900" y="400140"/>
            <a:ext cx="6171390" cy="742230"/>
          </a:xfrm>
          <a:prstGeom prst="rect">
            <a:avLst/>
          </a:prstGeom>
          <a:noFill/>
          <a:ln w="0">
            <a:noFill/>
          </a:ln>
        </p:spPr>
        <p:txBody>
          <a:bodyPr lIns="67500" tIns="33750" rIns="67500" bIns="33750" anchor="ctr">
            <a:noAutofit/>
          </a:bodyPr>
          <a:lstStyle/>
          <a:p>
            <a:pPr>
              <a:lnSpc>
                <a:spcPct val="100000"/>
              </a:lnSpc>
              <a:buNone/>
            </a:pPr>
            <a:r>
              <a:rPr lang="en-US" sz="2700" b="1" spc="-56">
                <a:solidFill>
                  <a:srgbClr val="D2533C"/>
                </a:solidFill>
                <a:latin typeface="Arial"/>
                <a:ea typeface="Microsoft YaHei"/>
              </a:rPr>
              <a:t>Physics 365 D2L Course Shell</a:t>
            </a:r>
            <a:endParaRPr lang="en-CA" sz="2700" spc="-1">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779819" y="318600"/>
            <a:ext cx="6171390" cy="742230"/>
          </a:xfrm>
          <a:prstGeom prst="rect">
            <a:avLst/>
          </a:prstGeom>
          <a:noFill/>
          <a:ln w="0">
            <a:noFill/>
          </a:ln>
        </p:spPr>
        <p:txBody>
          <a:bodyPr lIns="67500" tIns="33750" rIns="67500" bIns="33750" anchor="ctr">
            <a:noAutofit/>
          </a:bodyPr>
          <a:lstStyle/>
          <a:p>
            <a:pPr>
              <a:lnSpc>
                <a:spcPct val="100000"/>
              </a:lnSpc>
              <a:buNone/>
            </a:pPr>
            <a:r>
              <a:rPr lang="en-US" sz="2250" spc="-56">
                <a:solidFill>
                  <a:srgbClr val="D2533C"/>
                </a:solidFill>
                <a:latin typeface="Arial"/>
                <a:ea typeface="Microsoft YaHei"/>
              </a:rPr>
              <a:t>Textbook &amp; Achieve Code</a:t>
            </a:r>
            <a:endParaRPr lang="en-CA" sz="2250" spc="-1">
              <a:latin typeface="Arial"/>
            </a:endParaRPr>
          </a:p>
        </p:txBody>
      </p:sp>
      <p:sp>
        <p:nvSpPr>
          <p:cNvPr id="209" name="PlaceHolder 2"/>
          <p:cNvSpPr>
            <a:spLocks noGrp="1"/>
          </p:cNvSpPr>
          <p:nvPr>
            <p:ph/>
          </p:nvPr>
        </p:nvSpPr>
        <p:spPr>
          <a:xfrm>
            <a:off x="755576" y="1060830"/>
            <a:ext cx="6899284" cy="3875850"/>
          </a:xfrm>
          <a:prstGeom prst="rect">
            <a:avLst/>
          </a:prstGeom>
          <a:noFill/>
          <a:ln w="0">
            <a:noFill/>
          </a:ln>
        </p:spPr>
        <p:txBody>
          <a:bodyPr lIns="67500" tIns="33750" rIns="67500" bIns="33750" anchor="t">
            <a:noAutofit/>
          </a:bodyPr>
          <a:lstStyle/>
          <a:p>
            <a:pPr>
              <a:spcBef>
                <a:spcPts val="359"/>
              </a:spcBef>
              <a:buClr>
                <a:srgbClr val="93A299"/>
              </a:buClr>
              <a:buSzPct val="85000"/>
              <a:buFont typeface="Arial"/>
              <a:buChar char="•"/>
            </a:pPr>
            <a:r>
              <a:rPr lang="en-US" sz="1800" spc="-1" dirty="0">
                <a:solidFill>
                  <a:srgbClr val="292934"/>
                </a:solidFill>
                <a:latin typeface="Arial"/>
              </a:rPr>
              <a:t>OpenStax “University Physics” Vols 1 and 3 and supplemental Extra Notes (posted to D2L)</a:t>
            </a:r>
            <a:endParaRPr lang="en-CA" sz="1800" spc="-1" dirty="0">
              <a:latin typeface="Arial"/>
            </a:endParaRPr>
          </a:p>
          <a:p>
            <a:pPr>
              <a:spcBef>
                <a:spcPts val="359"/>
              </a:spcBef>
              <a:buClr>
                <a:srgbClr val="93A299"/>
              </a:buClr>
              <a:buSzPct val="85000"/>
              <a:buFont typeface="Arial"/>
              <a:buChar char="•"/>
            </a:pPr>
            <a:r>
              <a:rPr lang="en-US" sz="1800" spc="-1" dirty="0">
                <a:solidFill>
                  <a:srgbClr val="292934"/>
                </a:solidFill>
                <a:latin typeface="Arial"/>
              </a:rPr>
              <a:t>Same book &amp; Achieve used for PHYS 259 in W2026.</a:t>
            </a:r>
            <a:endParaRPr lang="en-CA" sz="1800" spc="-1" dirty="0">
              <a:latin typeface="Arial"/>
            </a:endParaRPr>
          </a:p>
          <a:p>
            <a:pPr>
              <a:spcBef>
                <a:spcPts val="359"/>
              </a:spcBef>
              <a:buNone/>
            </a:pPr>
            <a:endParaRPr lang="en-CA" sz="1800" spc="-1" dirty="0">
              <a:latin typeface="Arial"/>
            </a:endParaRPr>
          </a:p>
          <a:p>
            <a:pPr>
              <a:spcBef>
                <a:spcPts val="359"/>
              </a:spcBef>
              <a:buClr>
                <a:srgbClr val="93A299"/>
              </a:buClr>
              <a:buSzPct val="85000"/>
              <a:buFont typeface="Arial"/>
              <a:buChar char="•"/>
            </a:pPr>
            <a:r>
              <a:rPr lang="en-US" sz="1800" spc="-1" dirty="0">
                <a:solidFill>
                  <a:srgbClr val="292934"/>
                </a:solidFill>
                <a:latin typeface="Arial"/>
                <a:ea typeface="Microsoft YaHei"/>
              </a:rPr>
              <a:t>If you purchased a 2-term access code in W2026 then you will be able to use it this semester too. </a:t>
            </a:r>
          </a:p>
          <a:p>
            <a:pPr lvl="1">
              <a:spcBef>
                <a:spcPts val="359"/>
              </a:spcBef>
              <a:buClr>
                <a:srgbClr val="93A299"/>
              </a:buClr>
              <a:buSzPct val="85000"/>
              <a:buFont typeface="Arial"/>
              <a:buChar char="•"/>
            </a:pPr>
            <a:r>
              <a:rPr lang="en-US" sz="1400" spc="-1" dirty="0">
                <a:solidFill>
                  <a:srgbClr val="292934"/>
                </a:solidFill>
                <a:latin typeface="Arial"/>
                <a:ea typeface="Microsoft YaHei"/>
              </a:rPr>
              <a:t>If you re-took PHYS 259 this past summer, that will NOT have used your 2</a:t>
            </a:r>
            <a:r>
              <a:rPr lang="en-US" sz="1400" spc="-1" baseline="30000" dirty="0">
                <a:solidFill>
                  <a:srgbClr val="292934"/>
                </a:solidFill>
                <a:latin typeface="Arial"/>
                <a:ea typeface="Microsoft YaHei"/>
              </a:rPr>
              <a:t>nd</a:t>
            </a:r>
            <a:r>
              <a:rPr lang="en-US" sz="1400" spc="-1" dirty="0">
                <a:solidFill>
                  <a:srgbClr val="292934"/>
                </a:solidFill>
                <a:latin typeface="Arial"/>
                <a:ea typeface="Microsoft YaHei"/>
              </a:rPr>
              <a:t> term of access, so you can still use your 2-term code for this course. If you run into trouble, contact the course coordinator.</a:t>
            </a:r>
          </a:p>
          <a:p>
            <a:pPr>
              <a:spcBef>
                <a:spcPts val="359"/>
              </a:spcBef>
              <a:buClr>
                <a:srgbClr val="93A299"/>
              </a:buClr>
              <a:buSzPct val="85000"/>
              <a:buFont typeface="Arial"/>
              <a:buChar char="•"/>
            </a:pPr>
            <a:r>
              <a:rPr lang="en-US" sz="1800" spc="-1" dirty="0">
                <a:solidFill>
                  <a:srgbClr val="292934"/>
                </a:solidFill>
                <a:latin typeface="Arial"/>
                <a:ea typeface="Microsoft YaHei"/>
              </a:rPr>
              <a:t>If you purchased a 1-term access code in W2026, you will need to purchase another term, or you will be able to access the homework on the computers in TFDL free of charge if you choose to do so.</a:t>
            </a:r>
            <a:endParaRPr lang="en-CA" sz="1800" spc="-1" dirty="0">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1143000" y="308340"/>
            <a:ext cx="6171390" cy="556470"/>
          </a:xfrm>
          <a:prstGeom prst="rect">
            <a:avLst/>
          </a:prstGeom>
          <a:noFill/>
          <a:ln w="0">
            <a:noFill/>
          </a:ln>
        </p:spPr>
        <p:txBody>
          <a:bodyPr lIns="67500" tIns="33750" rIns="67500" bIns="33750" anchor="ctr">
            <a:normAutofit/>
          </a:bodyPr>
          <a:lstStyle/>
          <a:p>
            <a:pPr>
              <a:lnSpc>
                <a:spcPct val="100000"/>
              </a:lnSpc>
              <a:buNone/>
            </a:pPr>
            <a:r>
              <a:rPr lang="en-US" sz="2400" b="1" cap="small" spc="-56">
                <a:solidFill>
                  <a:srgbClr val="D2533C"/>
                </a:solidFill>
                <a:latin typeface="Arial"/>
              </a:rPr>
              <a:t>AI Homework Tutor Chatbot on Achieve</a:t>
            </a:r>
            <a:endParaRPr lang="en-CA" sz="2400" spc="-1">
              <a:latin typeface="Arial"/>
            </a:endParaRPr>
          </a:p>
        </p:txBody>
      </p:sp>
      <p:sp>
        <p:nvSpPr>
          <p:cNvPr id="220" name="TextBox 4"/>
          <p:cNvSpPr/>
          <p:nvPr/>
        </p:nvSpPr>
        <p:spPr>
          <a:xfrm>
            <a:off x="1143000" y="903150"/>
            <a:ext cx="6857190" cy="2037929"/>
          </a:xfrm>
          <a:prstGeom prst="rect">
            <a:avLst/>
          </a:prstGeom>
          <a:noFill/>
          <a:ln w="0">
            <a:noFill/>
          </a:ln>
        </p:spPr>
        <p:style>
          <a:lnRef idx="0">
            <a:scrgbClr r="0" g="0" b="0"/>
          </a:lnRef>
          <a:fillRef idx="0">
            <a:scrgbClr r="0" g="0" b="0"/>
          </a:fillRef>
          <a:effectRef idx="0">
            <a:scrgbClr r="0" g="0" b="0"/>
          </a:effectRef>
          <a:fontRef idx="minor"/>
        </p:style>
        <p:txBody>
          <a:bodyPr lIns="67500" tIns="33750" rIns="67500" bIns="33750" anchor="t">
            <a:spAutoFit/>
          </a:bodyPr>
          <a:lstStyle/>
          <a:p>
            <a:pPr marL="214380" indent="-214380">
              <a:buClr>
                <a:srgbClr val="292934"/>
              </a:buClr>
              <a:buFont typeface="Wingdings" charset="2"/>
              <a:buChar char=""/>
            </a:pPr>
            <a:r>
              <a:rPr lang="en-US" sz="1600" spc="-1" dirty="0">
                <a:solidFill>
                  <a:srgbClr val="292934"/>
                </a:solidFill>
                <a:latin typeface="Arial"/>
                <a:ea typeface="MS PGothic"/>
              </a:rPr>
              <a:t>There is an AI tutor on Achieve that is trained on the course material.</a:t>
            </a:r>
          </a:p>
          <a:p>
            <a:pPr marL="214380" indent="-214380">
              <a:buClr>
                <a:srgbClr val="292934"/>
              </a:buClr>
              <a:buFont typeface="Wingdings" charset="2"/>
              <a:buChar char=""/>
            </a:pPr>
            <a:endParaRPr lang="en-US" sz="1600" spc="-1" dirty="0">
              <a:solidFill>
                <a:srgbClr val="292934"/>
              </a:solidFill>
              <a:latin typeface="Arial"/>
              <a:ea typeface="MS PGothic"/>
            </a:endParaRPr>
          </a:p>
          <a:p>
            <a:pPr marL="214380" indent="-214380">
              <a:buClr>
                <a:srgbClr val="292934"/>
              </a:buClr>
              <a:buFont typeface="Wingdings" charset="2"/>
              <a:buChar char=""/>
            </a:pPr>
            <a:r>
              <a:rPr lang="en-US" sz="1600" spc="-1" dirty="0">
                <a:solidFill>
                  <a:srgbClr val="292934"/>
                </a:solidFill>
                <a:latin typeface="Arial"/>
                <a:ea typeface="MS PGothic"/>
              </a:rPr>
              <a:t>It is aimed at guiding you through the homework problems in a constructive way to help you learn.</a:t>
            </a:r>
          </a:p>
          <a:p>
            <a:pPr marL="214380" indent="-214380">
              <a:buClr>
                <a:srgbClr val="292934"/>
              </a:buClr>
              <a:buFont typeface="Wingdings" charset="2"/>
              <a:buChar char=""/>
            </a:pPr>
            <a:endParaRPr lang="en-US" sz="1600" spc="-1" dirty="0">
              <a:solidFill>
                <a:srgbClr val="292934"/>
              </a:solidFill>
              <a:latin typeface="Arial"/>
              <a:ea typeface="MS PGothic"/>
            </a:endParaRPr>
          </a:p>
          <a:p>
            <a:pPr marL="214380" indent="-214380">
              <a:buClr>
                <a:srgbClr val="292934"/>
              </a:buClr>
              <a:buFont typeface="Wingdings" charset="2"/>
              <a:buChar char=""/>
            </a:pPr>
            <a:r>
              <a:rPr lang="en-US" sz="1600" spc="-1" dirty="0">
                <a:solidFill>
                  <a:srgbClr val="292934"/>
                </a:solidFill>
                <a:latin typeface="Arial"/>
                <a:ea typeface="MS PGothic"/>
              </a:rPr>
              <a:t>When you encounter problems understanding the homework questions, you are encouraged to try using it as a first step. It gives hints and uses Socratic questioning to support your learning.</a:t>
            </a:r>
            <a:endParaRPr lang="en-CA" sz="1600" spc="-1" dirty="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1491840" y="171450"/>
            <a:ext cx="6168960" cy="854010"/>
          </a:xfrm>
          <a:prstGeom prst="rect">
            <a:avLst/>
          </a:prstGeom>
          <a:noFill/>
          <a:ln w="0">
            <a:noFill/>
          </a:ln>
        </p:spPr>
        <p:txBody>
          <a:bodyPr lIns="67500" tIns="33750" rIns="67500" bIns="33750" anchor="ctr">
            <a:noAutofit/>
          </a:bodyPr>
          <a:lstStyle/>
          <a:p>
            <a:pPr>
              <a:lnSpc>
                <a:spcPct val="100000"/>
              </a:lnSpc>
              <a:buNone/>
            </a:pPr>
            <a:r>
              <a:rPr lang="en-US" sz="2700" b="1" spc="-56">
                <a:solidFill>
                  <a:srgbClr val="D2533C"/>
                </a:solidFill>
                <a:latin typeface="Arial"/>
                <a:ea typeface="Microsoft YaHei"/>
              </a:rPr>
              <a:t>Missed course components/conflicts</a:t>
            </a:r>
            <a:endParaRPr lang="en-CA" sz="2700" spc="-1">
              <a:latin typeface="Arial"/>
            </a:endParaRPr>
          </a:p>
        </p:txBody>
      </p:sp>
      <p:sp>
        <p:nvSpPr>
          <p:cNvPr id="218" name="PlaceHolder 2"/>
          <p:cNvSpPr>
            <a:spLocks noGrp="1"/>
          </p:cNvSpPr>
          <p:nvPr>
            <p:ph/>
          </p:nvPr>
        </p:nvSpPr>
        <p:spPr>
          <a:xfrm>
            <a:off x="1485900" y="1200150"/>
            <a:ext cx="6171390" cy="3656880"/>
          </a:xfrm>
          <a:prstGeom prst="rect">
            <a:avLst/>
          </a:prstGeom>
          <a:noFill/>
          <a:ln w="0">
            <a:noFill/>
          </a:ln>
        </p:spPr>
        <p:txBody>
          <a:bodyPr lIns="67500" tIns="33750" rIns="67500" bIns="33750" anchor="t">
            <a:noAutofit/>
          </a:bodyPr>
          <a:lstStyle/>
          <a:p>
            <a:pPr marL="385830" indent="-385830">
              <a:spcBef>
                <a:spcPts val="359"/>
              </a:spcBef>
              <a:buClr>
                <a:srgbClr val="93A299"/>
              </a:buClr>
              <a:buSzPct val="85000"/>
              <a:buFont typeface="StarSymbol"/>
              <a:buAutoNum type="arabicPeriod"/>
            </a:pPr>
            <a:r>
              <a:rPr lang="en-CA" sz="1800" spc="-1">
                <a:solidFill>
                  <a:srgbClr val="292934"/>
                </a:solidFill>
                <a:latin typeface="Arial"/>
              </a:rPr>
              <a:t>Download the appropriate Excel form for a missed course component or time conflict and fill it out completely.</a:t>
            </a:r>
            <a:endParaRPr lang="en-CA" sz="1800" spc="-1">
              <a:latin typeface="Arial"/>
            </a:endParaRPr>
          </a:p>
          <a:p>
            <a:pPr marL="385830" indent="-385830">
              <a:spcBef>
                <a:spcPts val="359"/>
              </a:spcBef>
              <a:buClr>
                <a:srgbClr val="93A299"/>
              </a:buClr>
              <a:buSzPct val="85000"/>
              <a:buFont typeface="StarSymbol"/>
              <a:buAutoNum type="arabicPeriod"/>
            </a:pPr>
            <a:r>
              <a:rPr lang="en-CA" sz="1800" spc="-1">
                <a:solidFill>
                  <a:srgbClr val="292934"/>
                </a:solidFill>
                <a:latin typeface="Arial"/>
              </a:rPr>
              <a:t>Submit the filled-out Excel file to the appropriate </a:t>
            </a:r>
            <a:r>
              <a:rPr lang="en-CA" sz="1800" spc="-1" err="1">
                <a:solidFill>
                  <a:srgbClr val="292934"/>
                </a:solidFill>
                <a:latin typeface="Arial"/>
              </a:rPr>
              <a:t>dropbox</a:t>
            </a:r>
            <a:r>
              <a:rPr lang="en-CA" sz="1800" spc="-1">
                <a:solidFill>
                  <a:srgbClr val="292934"/>
                </a:solidFill>
                <a:latin typeface="Arial"/>
              </a:rPr>
              <a:t> on D2L.</a:t>
            </a:r>
            <a:endParaRPr lang="en-CA" sz="1800" spc="-1">
              <a:latin typeface="Arial"/>
            </a:endParaRPr>
          </a:p>
          <a:p>
            <a:pPr marL="385830" indent="-385830">
              <a:spcBef>
                <a:spcPts val="359"/>
              </a:spcBef>
              <a:buClr>
                <a:srgbClr val="93A299"/>
              </a:buClr>
              <a:buSzPct val="85000"/>
              <a:buFont typeface="StarSymbol"/>
              <a:buAutoNum type="arabicPeriod"/>
            </a:pPr>
            <a:r>
              <a:rPr lang="en-CA" sz="1800" spc="-1">
                <a:solidFill>
                  <a:srgbClr val="292934"/>
                </a:solidFill>
                <a:latin typeface="Arial"/>
              </a:rPr>
              <a:t>Wait for a response from the course coordinator.</a:t>
            </a:r>
            <a:endParaRPr lang="en-CA" sz="1800" spc="-1">
              <a:latin typeface="Arial"/>
            </a:endParaRPr>
          </a:p>
          <a:p>
            <a:pPr>
              <a:spcBef>
                <a:spcPts val="359"/>
              </a:spcBef>
              <a:buNone/>
            </a:pPr>
            <a:endParaRPr lang="en-CA" sz="1800" spc="-1">
              <a:latin typeface="Arial"/>
            </a:endParaRPr>
          </a:p>
          <a:p>
            <a:pPr>
              <a:spcBef>
                <a:spcPts val="359"/>
              </a:spcBef>
              <a:buNone/>
              <a:tabLst>
                <a:tab pos="0" algn="l"/>
              </a:tabLst>
            </a:pPr>
            <a:r>
              <a:rPr lang="en-CA" sz="1800" spc="-1">
                <a:solidFill>
                  <a:srgbClr val="292934"/>
                </a:solidFill>
                <a:latin typeface="Arial"/>
              </a:rPr>
              <a:t>Note: only submit the form in .xlsx format. If you have not received a response within one week, contact the course coordinator; do not submit the form again.</a:t>
            </a:r>
            <a:endParaRPr lang="en-CA" sz="1800" spc="-1">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1143000" y="308340"/>
            <a:ext cx="6171390" cy="556470"/>
          </a:xfrm>
          <a:prstGeom prst="rect">
            <a:avLst/>
          </a:prstGeom>
          <a:noFill/>
          <a:ln w="0">
            <a:noFill/>
          </a:ln>
        </p:spPr>
        <p:txBody>
          <a:bodyPr lIns="67500" tIns="33750" rIns="67500" bIns="33750" anchor="ctr">
            <a:noAutofit/>
          </a:bodyPr>
          <a:lstStyle/>
          <a:p>
            <a:pPr>
              <a:lnSpc>
                <a:spcPct val="100000"/>
              </a:lnSpc>
              <a:buNone/>
            </a:pPr>
            <a:r>
              <a:rPr lang="en-CA" sz="2400" b="1" cap="small" spc="-75">
                <a:solidFill>
                  <a:srgbClr val="D2533C"/>
                </a:solidFill>
                <a:latin typeface="Arial"/>
              </a:rPr>
              <a:t>University Important Dates:</a:t>
            </a:r>
            <a:endParaRPr lang="en-CA" sz="2400" spc="-1">
              <a:latin typeface="Arial"/>
            </a:endParaRPr>
          </a:p>
        </p:txBody>
      </p:sp>
      <p:sp>
        <p:nvSpPr>
          <p:cNvPr id="222" name="Text Box 3"/>
          <p:cNvSpPr/>
          <p:nvPr/>
        </p:nvSpPr>
        <p:spPr>
          <a:xfrm>
            <a:off x="1326870" y="961471"/>
            <a:ext cx="6568290" cy="2194895"/>
          </a:xfrm>
          <a:prstGeom prst="rect">
            <a:avLst/>
          </a:prstGeom>
          <a:noFill/>
          <a:ln w="12700">
            <a:noFill/>
          </a:ln>
        </p:spPr>
        <p:style>
          <a:lnRef idx="0">
            <a:scrgbClr r="0" g="0" b="0"/>
          </a:lnRef>
          <a:fillRef idx="0">
            <a:scrgbClr r="0" g="0" b="0"/>
          </a:fillRef>
          <a:effectRef idx="0">
            <a:scrgbClr r="0" g="0" b="0"/>
          </a:effectRef>
          <a:fontRef idx="minor"/>
        </p:style>
        <p:txBody>
          <a:bodyPr lIns="34290" tIns="33750" rIns="34290" bIns="33750" anchor="t">
            <a:spAutoFit/>
          </a:bodyPr>
          <a:lstStyle/>
          <a:p>
            <a:pPr marL="180360" indent="-180360">
              <a:spcBef>
                <a:spcPts val="374"/>
              </a:spcBef>
              <a:buClr>
                <a:srgbClr val="292934"/>
              </a:buClr>
              <a:buFont typeface="Symbol" charset="2"/>
              <a:buChar char=""/>
            </a:pPr>
            <a:r>
              <a:rPr lang="en-US" sz="1650" spc="-1" dirty="0">
                <a:solidFill>
                  <a:srgbClr val="292934"/>
                </a:solidFill>
                <a:latin typeface="Arial"/>
                <a:ea typeface="Chalkboard"/>
              </a:rPr>
              <a:t>Drop Date (no financial penalty): </a:t>
            </a:r>
            <a:r>
              <a:rPr lang="en-US" sz="1650" i="1" spc="-1" dirty="0">
                <a:solidFill>
                  <a:srgbClr val="3B3B4B"/>
                </a:solidFill>
                <a:latin typeface="Arial"/>
                <a:ea typeface="Arial"/>
              </a:rPr>
              <a:t>Thursday</a:t>
            </a:r>
            <a:r>
              <a:rPr lang="en-US" sz="1650" spc="-1" dirty="0">
                <a:solidFill>
                  <a:srgbClr val="3B3B4B"/>
                </a:solidFill>
                <a:latin typeface="Arial"/>
                <a:ea typeface="Arial"/>
              </a:rPr>
              <a:t>, </a:t>
            </a:r>
            <a:r>
              <a:rPr lang="en-CA" sz="1650" spc="-1" dirty="0">
                <a:solidFill>
                  <a:srgbClr val="3B3B4B"/>
                </a:solidFill>
                <a:latin typeface="Arial"/>
                <a:ea typeface="Arial"/>
              </a:rPr>
              <a:t>September</a:t>
            </a:r>
            <a:r>
              <a:rPr lang="en-US" sz="1650" spc="-1" dirty="0">
                <a:solidFill>
                  <a:srgbClr val="3B3B4B"/>
                </a:solidFill>
                <a:latin typeface="Arial"/>
                <a:ea typeface="Arial"/>
              </a:rPr>
              <a:t> </a:t>
            </a:r>
            <a:r>
              <a:rPr lang="en-US" sz="1650" b="1" spc="-1" dirty="0">
                <a:solidFill>
                  <a:srgbClr val="3B3B4B"/>
                </a:solidFill>
                <a:latin typeface="Arial"/>
                <a:ea typeface="Arial"/>
              </a:rPr>
              <a:t>10</a:t>
            </a:r>
            <a:endParaRPr lang="en-CA" sz="1650" spc="-1" dirty="0">
              <a:latin typeface="Arial"/>
            </a:endParaRPr>
          </a:p>
          <a:p>
            <a:pPr marL="180360" indent="-180360">
              <a:spcBef>
                <a:spcPts val="374"/>
              </a:spcBef>
              <a:buClr>
                <a:srgbClr val="292934"/>
              </a:buClr>
              <a:buFont typeface="Symbol" charset="2"/>
              <a:buChar char=""/>
            </a:pPr>
            <a:r>
              <a:rPr lang="en-US" sz="1650" spc="-1" dirty="0">
                <a:solidFill>
                  <a:srgbClr val="292934"/>
                </a:solidFill>
                <a:latin typeface="Arial"/>
                <a:ea typeface="Chalkboard"/>
              </a:rPr>
              <a:t>Add Date: </a:t>
            </a:r>
            <a:r>
              <a:rPr lang="en-US" sz="1650" i="1" spc="-1" dirty="0">
                <a:solidFill>
                  <a:srgbClr val="3B3B4B"/>
                </a:solidFill>
                <a:latin typeface="Arial"/>
                <a:ea typeface="Arial"/>
              </a:rPr>
              <a:t>Friday</a:t>
            </a:r>
            <a:r>
              <a:rPr lang="en-US" sz="1650" spc="-1" dirty="0">
                <a:solidFill>
                  <a:srgbClr val="3B3B4B"/>
                </a:solidFill>
                <a:latin typeface="Arial"/>
                <a:ea typeface="Arial"/>
              </a:rPr>
              <a:t>, September</a:t>
            </a:r>
            <a:r>
              <a:rPr lang="en-CA" sz="1650" spc="-1" dirty="0">
                <a:solidFill>
                  <a:srgbClr val="3B3B4B"/>
                </a:solidFill>
                <a:latin typeface="Arial"/>
                <a:ea typeface="Arial"/>
              </a:rPr>
              <a:t> </a:t>
            </a:r>
            <a:r>
              <a:rPr lang="en-CA" sz="1650" b="1" spc="-1" dirty="0">
                <a:solidFill>
                  <a:srgbClr val="3B3B4B"/>
                </a:solidFill>
                <a:latin typeface="Arial"/>
                <a:ea typeface="Arial"/>
              </a:rPr>
              <a:t>11</a:t>
            </a:r>
            <a:endParaRPr lang="en-CA" sz="1650" spc="-1" dirty="0">
              <a:latin typeface="Arial"/>
            </a:endParaRPr>
          </a:p>
          <a:p>
            <a:pPr marL="180360" indent="-180360">
              <a:spcBef>
                <a:spcPts val="374"/>
              </a:spcBef>
              <a:buClr>
                <a:srgbClr val="292934"/>
              </a:buClr>
              <a:buFont typeface="Symbol" charset="2"/>
              <a:buChar char=""/>
            </a:pPr>
            <a:r>
              <a:rPr lang="en-US" sz="1650" spc="-1" dirty="0">
                <a:solidFill>
                  <a:srgbClr val="292934"/>
                </a:solidFill>
                <a:latin typeface="Arial"/>
                <a:ea typeface="Chalkboard"/>
              </a:rPr>
              <a:t>Fee payment Date: </a:t>
            </a:r>
            <a:r>
              <a:rPr lang="en-US" sz="1650" i="1" spc="-1" dirty="0">
                <a:solidFill>
                  <a:srgbClr val="3B3B4B"/>
                </a:solidFill>
                <a:latin typeface="Arial"/>
                <a:ea typeface="Arial"/>
              </a:rPr>
              <a:t>Friday</a:t>
            </a:r>
            <a:r>
              <a:rPr lang="en-US" sz="1650" spc="-1" dirty="0">
                <a:solidFill>
                  <a:srgbClr val="3B3B4B"/>
                </a:solidFill>
                <a:latin typeface="Arial"/>
                <a:ea typeface="Arial"/>
              </a:rPr>
              <a:t>, September</a:t>
            </a:r>
            <a:r>
              <a:rPr lang="en-CA" sz="1650" spc="-1" dirty="0">
                <a:solidFill>
                  <a:srgbClr val="3B3B4B"/>
                </a:solidFill>
                <a:latin typeface="Arial"/>
                <a:ea typeface="Arial"/>
              </a:rPr>
              <a:t> </a:t>
            </a:r>
            <a:r>
              <a:rPr lang="en-CA" sz="1650" b="1" spc="-1" dirty="0">
                <a:solidFill>
                  <a:srgbClr val="3B3B4B"/>
                </a:solidFill>
                <a:latin typeface="Arial"/>
                <a:ea typeface="Arial"/>
              </a:rPr>
              <a:t>18</a:t>
            </a:r>
            <a:endParaRPr lang="en-CA" sz="1650" spc="-1" dirty="0">
              <a:latin typeface="Arial"/>
            </a:endParaRPr>
          </a:p>
          <a:p>
            <a:pPr marL="180360" indent="-180360">
              <a:spcBef>
                <a:spcPts val="374"/>
              </a:spcBef>
              <a:buClr>
                <a:srgbClr val="292934"/>
              </a:buClr>
              <a:buFont typeface="Symbol" charset="2"/>
              <a:buChar char=""/>
            </a:pPr>
            <a:r>
              <a:rPr lang="en-US" sz="1650" spc="-1" dirty="0">
                <a:solidFill>
                  <a:srgbClr val="292934"/>
                </a:solidFill>
                <a:latin typeface="Arial"/>
                <a:ea typeface="Chalkboard"/>
              </a:rPr>
              <a:t>Withdrawal Date: </a:t>
            </a:r>
            <a:r>
              <a:rPr lang="en-CA" sz="1650" i="1" spc="-1" dirty="0">
                <a:solidFill>
                  <a:srgbClr val="292934"/>
                </a:solidFill>
                <a:latin typeface="Arial"/>
                <a:ea typeface="Chalkboard"/>
              </a:rPr>
              <a:t>Friday</a:t>
            </a:r>
            <a:r>
              <a:rPr lang="en-US" sz="1650" spc="-1" dirty="0">
                <a:solidFill>
                  <a:srgbClr val="3B3B4B"/>
                </a:solidFill>
                <a:latin typeface="Arial"/>
                <a:ea typeface="Arial"/>
              </a:rPr>
              <a:t>, December</a:t>
            </a:r>
            <a:r>
              <a:rPr lang="en-CA" sz="1650" spc="-1" dirty="0">
                <a:solidFill>
                  <a:srgbClr val="3B3B4B"/>
                </a:solidFill>
                <a:latin typeface="Arial"/>
                <a:ea typeface="Arial"/>
              </a:rPr>
              <a:t> </a:t>
            </a:r>
            <a:r>
              <a:rPr lang="en-CA" sz="1650" b="1" spc="-1" dirty="0">
                <a:solidFill>
                  <a:srgbClr val="3B3B4B"/>
                </a:solidFill>
                <a:latin typeface="Arial"/>
                <a:ea typeface="Arial"/>
              </a:rPr>
              <a:t>4</a:t>
            </a:r>
            <a:endParaRPr lang="en-CA" sz="1650" spc="-1" dirty="0">
              <a:latin typeface="Arial"/>
            </a:endParaRPr>
          </a:p>
          <a:p>
            <a:pPr>
              <a:spcBef>
                <a:spcPts val="374"/>
              </a:spcBef>
            </a:pPr>
            <a:endParaRPr lang="en-CA" sz="1125" spc="-1" dirty="0">
              <a:latin typeface="Arial"/>
            </a:endParaRPr>
          </a:p>
          <a:p>
            <a:pPr>
              <a:lnSpc>
                <a:spcPct val="100000"/>
              </a:lnSpc>
              <a:buNone/>
            </a:pPr>
            <a:r>
              <a:rPr lang="en-US" sz="1125" spc="-1" dirty="0">
                <a:solidFill>
                  <a:srgbClr val="3B3B4B"/>
                </a:solidFill>
                <a:latin typeface="Arial"/>
                <a:ea typeface="Arial"/>
              </a:rPr>
              <a:t>See </a:t>
            </a:r>
            <a:r>
              <a:rPr lang="en-US" sz="1125" u="sng" spc="-1" dirty="0">
                <a:solidFill>
                  <a:srgbClr val="0000FF"/>
                </a:solidFill>
                <a:uFill>
                  <a:solidFill>
                    <a:srgbClr val="0000FF"/>
                  </a:solidFill>
                </a:uFill>
                <a:latin typeface="Arial"/>
                <a:ea typeface="Chalkboard"/>
                <a:hlinkClick r:id="rId2"/>
              </a:rPr>
              <a:t>https://www.ucalgary.ca/registrar/academic-dates</a:t>
            </a:r>
            <a:r>
              <a:rPr lang="en-US" sz="1125" spc="-1" dirty="0">
                <a:solidFill>
                  <a:srgbClr val="3B3B4B"/>
                </a:solidFill>
                <a:latin typeface="Arial"/>
                <a:ea typeface="Arial"/>
              </a:rPr>
              <a:t> for all dates/holidays </a:t>
            </a:r>
            <a:r>
              <a:rPr lang="en-US" sz="1125" spc="-1" dirty="0" err="1">
                <a:solidFill>
                  <a:srgbClr val="3B3B4B"/>
                </a:solidFill>
                <a:latin typeface="Arial"/>
                <a:ea typeface="Arial"/>
              </a:rPr>
              <a:t>etc</a:t>
            </a:r>
            <a:endParaRPr lang="en-CA" sz="1125" spc="-1" dirty="0">
              <a:latin typeface="Arial"/>
            </a:endParaRPr>
          </a:p>
          <a:p>
            <a:pPr>
              <a:spcBef>
                <a:spcPts val="374"/>
              </a:spcBef>
            </a:pPr>
            <a:endParaRPr lang="en-CA" sz="1650" spc="-1" dirty="0">
              <a:latin typeface="Arial"/>
            </a:endParaRPr>
          </a:p>
          <a:p>
            <a:pPr>
              <a:lnSpc>
                <a:spcPct val="80000"/>
              </a:lnSpc>
              <a:spcBef>
                <a:spcPts val="374"/>
              </a:spcBef>
            </a:pPr>
            <a:endParaRPr lang="en-CA" sz="1650" spc="-1" dirty="0">
              <a:latin typeface="Arial"/>
            </a:endParaRPr>
          </a:p>
        </p:txBody>
      </p:sp>
      <p:sp>
        <p:nvSpPr>
          <p:cNvPr id="223" name="Title 1"/>
          <p:cNvSpPr/>
          <p:nvPr/>
        </p:nvSpPr>
        <p:spPr>
          <a:xfrm>
            <a:off x="1143000" y="2659230"/>
            <a:ext cx="6171390" cy="556470"/>
          </a:xfrm>
          <a:prstGeom prst="rect">
            <a:avLst/>
          </a:prstGeom>
          <a:noFill/>
          <a:ln w="12700">
            <a:noFill/>
          </a:ln>
        </p:spPr>
        <p:style>
          <a:lnRef idx="0">
            <a:scrgbClr r="0" g="0" b="0"/>
          </a:lnRef>
          <a:fillRef idx="0">
            <a:scrgbClr r="0" g="0" b="0"/>
          </a:fillRef>
          <a:effectRef idx="0">
            <a:scrgbClr r="0" g="0" b="0"/>
          </a:effectRef>
          <a:fontRef idx="minor"/>
        </p:style>
        <p:txBody>
          <a:bodyPr lIns="34290" tIns="33750" rIns="34290" bIns="33750" anchor="ctr">
            <a:normAutofit/>
          </a:bodyPr>
          <a:lstStyle/>
          <a:p>
            <a:pPr>
              <a:lnSpc>
                <a:spcPct val="100000"/>
              </a:lnSpc>
              <a:buNone/>
            </a:pPr>
            <a:r>
              <a:rPr lang="en-US" sz="2400" b="1" cap="small" spc="-75">
                <a:solidFill>
                  <a:srgbClr val="D2533C"/>
                </a:solidFill>
                <a:latin typeface="Arial"/>
                <a:ea typeface="DejaVu Sans"/>
              </a:rPr>
              <a:t>Important Course Dates:</a:t>
            </a:r>
            <a:endParaRPr lang="en-CA" sz="2400" spc="-1">
              <a:latin typeface="Arial"/>
            </a:endParaRPr>
          </a:p>
        </p:txBody>
      </p:sp>
      <p:sp>
        <p:nvSpPr>
          <p:cNvPr id="224" name="Text Box 3"/>
          <p:cNvSpPr/>
          <p:nvPr/>
        </p:nvSpPr>
        <p:spPr>
          <a:xfrm>
            <a:off x="1326870" y="3187080"/>
            <a:ext cx="6902730" cy="627287"/>
          </a:xfrm>
          <a:prstGeom prst="rect">
            <a:avLst/>
          </a:prstGeom>
          <a:noFill/>
          <a:ln w="12700">
            <a:noFill/>
          </a:ln>
        </p:spPr>
        <p:style>
          <a:lnRef idx="0">
            <a:scrgbClr r="0" g="0" b="0"/>
          </a:lnRef>
          <a:fillRef idx="0">
            <a:scrgbClr r="0" g="0" b="0"/>
          </a:fillRef>
          <a:effectRef idx="0">
            <a:scrgbClr r="0" g="0" b="0"/>
          </a:effectRef>
          <a:fontRef idx="minor"/>
        </p:style>
        <p:txBody>
          <a:bodyPr wrap="square" lIns="34290" tIns="33750" rIns="34290" bIns="33750" anchor="t">
            <a:spAutoFit/>
          </a:bodyPr>
          <a:lstStyle/>
          <a:p>
            <a:pPr>
              <a:spcBef>
                <a:spcPts val="374"/>
              </a:spcBef>
            </a:pPr>
            <a:r>
              <a:rPr lang="en-CA" sz="1650" spc="-1" dirty="0">
                <a:solidFill>
                  <a:srgbClr val="292934"/>
                </a:solidFill>
                <a:latin typeface="Arial"/>
                <a:ea typeface="Chalkboard"/>
              </a:rPr>
              <a:t>Midterm Exam</a:t>
            </a:r>
            <a:r>
              <a:rPr lang="en-US" sz="1650" spc="-1" dirty="0">
                <a:solidFill>
                  <a:srgbClr val="292934"/>
                </a:solidFill>
                <a:latin typeface="Arial"/>
                <a:ea typeface="Chalkboard"/>
              </a:rPr>
              <a:t>: </a:t>
            </a:r>
            <a:r>
              <a:rPr lang="en-CA" sz="1650" i="1" spc="-1" dirty="0">
                <a:solidFill>
                  <a:srgbClr val="3B3B4B"/>
                </a:solidFill>
                <a:latin typeface="Arial"/>
                <a:ea typeface="Arial"/>
              </a:rPr>
              <a:t>Wednesday</a:t>
            </a:r>
            <a:r>
              <a:rPr lang="en-US" sz="1650" spc="-1" dirty="0">
                <a:solidFill>
                  <a:srgbClr val="3B3B4B"/>
                </a:solidFill>
                <a:latin typeface="Arial"/>
                <a:ea typeface="Arial"/>
              </a:rPr>
              <a:t>, </a:t>
            </a:r>
            <a:r>
              <a:rPr lang="en-US" sz="1650" b="1" spc="-1" dirty="0">
                <a:solidFill>
                  <a:srgbClr val="3B3B4B"/>
                </a:solidFill>
                <a:latin typeface="Arial"/>
                <a:ea typeface="Arial"/>
              </a:rPr>
              <a:t>October</a:t>
            </a:r>
            <a:r>
              <a:rPr lang="en-CA" sz="1650" b="1" spc="-1" dirty="0">
                <a:solidFill>
                  <a:srgbClr val="3B3B4B"/>
                </a:solidFill>
                <a:latin typeface="Arial"/>
                <a:ea typeface="Arial"/>
              </a:rPr>
              <a:t> 21</a:t>
            </a:r>
            <a:r>
              <a:rPr lang="en-CA" sz="1650" spc="-1" dirty="0">
                <a:solidFill>
                  <a:srgbClr val="3B3B4B"/>
                </a:solidFill>
                <a:latin typeface="Arial"/>
                <a:ea typeface="Arial"/>
              </a:rPr>
              <a:t>, 7:00-8:30 PM (location TBA)</a:t>
            </a:r>
            <a:endParaRPr lang="en-CA" sz="1650" spc="-1" dirty="0">
              <a:latin typeface="Arial"/>
            </a:endParaRPr>
          </a:p>
          <a:p>
            <a:pPr>
              <a:spcBef>
                <a:spcPts val="374"/>
              </a:spcBef>
            </a:pPr>
            <a:r>
              <a:rPr lang="en-US" sz="1650" spc="-1" dirty="0">
                <a:solidFill>
                  <a:srgbClr val="292934"/>
                </a:solidFill>
                <a:latin typeface="Arial"/>
                <a:ea typeface="Chalkboard"/>
              </a:rPr>
              <a:t>Final Exam: </a:t>
            </a:r>
            <a:r>
              <a:rPr lang="en-US" sz="1650" i="1" spc="-1" dirty="0">
                <a:solidFill>
                  <a:srgbClr val="3B3B4B"/>
                </a:solidFill>
                <a:latin typeface="Arial"/>
                <a:ea typeface="Arial"/>
              </a:rPr>
              <a:t>Sometime between</a:t>
            </a:r>
            <a:r>
              <a:rPr lang="en-US" sz="1650" spc="-1" dirty="0">
                <a:solidFill>
                  <a:srgbClr val="3B3B4B"/>
                </a:solidFill>
                <a:latin typeface="Arial"/>
                <a:ea typeface="Arial"/>
              </a:rPr>
              <a:t> </a:t>
            </a:r>
            <a:r>
              <a:rPr lang="en-US" sz="1650" b="1" spc="-1" dirty="0">
                <a:solidFill>
                  <a:srgbClr val="3B3B4B"/>
                </a:solidFill>
                <a:latin typeface="Arial"/>
                <a:ea typeface="Arial"/>
              </a:rPr>
              <a:t>December</a:t>
            </a:r>
            <a:r>
              <a:rPr lang="en-CA" sz="1650" b="1" spc="-1" dirty="0">
                <a:solidFill>
                  <a:srgbClr val="3B3B4B"/>
                </a:solidFill>
                <a:latin typeface="Arial"/>
                <a:ea typeface="Arial"/>
              </a:rPr>
              <a:t> 8-18</a:t>
            </a:r>
            <a:endParaRPr lang="en-CA" sz="1650" spc="-1" dirty="0">
              <a:latin typeface="Arial"/>
            </a:endParaRPr>
          </a:p>
        </p:txBody>
      </p:sp>
      <p:sp>
        <p:nvSpPr>
          <p:cNvPr id="225" name="DO NOT MAKE TRAVEL PLANS UNTIL THE FINAL EXAM SCHEDULE IS PUBLISHED"/>
          <p:cNvSpPr/>
          <p:nvPr/>
        </p:nvSpPr>
        <p:spPr>
          <a:xfrm>
            <a:off x="1614420" y="4278150"/>
            <a:ext cx="5228550" cy="575991"/>
          </a:xfrm>
          <a:prstGeom prst="rect">
            <a:avLst/>
          </a:prstGeom>
          <a:noFill/>
          <a:ln w="12700">
            <a:noFill/>
          </a:ln>
        </p:spPr>
        <p:style>
          <a:lnRef idx="0">
            <a:scrgbClr r="0" g="0" b="0"/>
          </a:lnRef>
          <a:fillRef idx="0">
            <a:scrgbClr r="0" g="0" b="0"/>
          </a:fillRef>
          <a:effectRef idx="0">
            <a:scrgbClr r="0" g="0" b="0"/>
          </a:effectRef>
          <a:fontRef idx="minor"/>
        </p:style>
        <p:txBody>
          <a:bodyPr lIns="34290" tIns="33750" rIns="34290" bIns="33750" anchor="t">
            <a:spAutoFit/>
          </a:bodyPr>
          <a:lstStyle/>
          <a:p>
            <a:pPr marL="342900" algn="ctr">
              <a:spcBef>
                <a:spcPts val="374"/>
              </a:spcBef>
            </a:pPr>
            <a:r>
              <a:rPr lang="en-CA" sz="1650" b="1" spc="-1">
                <a:solidFill>
                  <a:srgbClr val="0433FF"/>
                </a:solidFill>
                <a:latin typeface="Arial"/>
                <a:ea typeface="Arial"/>
              </a:rPr>
              <a:t>DO NOT MAKE TRAVEL PLANS UNTIL THE FINAL EXAM SCHEDULE IS PUBLISHED</a:t>
            </a:r>
            <a:endParaRPr lang="en-CA" sz="1650" spc="-1">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Neurodiverse and want to explore your options and accommodations? Visit Student Accessibility Services: https://www.ucalgary.ca/student-services/access…"/>
          <p:cNvSpPr/>
          <p:nvPr/>
        </p:nvSpPr>
        <p:spPr>
          <a:xfrm>
            <a:off x="827584" y="1808701"/>
            <a:ext cx="7582268" cy="2653482"/>
          </a:xfrm>
          <a:prstGeom prst="rect">
            <a:avLst/>
          </a:prstGeom>
          <a:noFill/>
          <a:ln w="12700">
            <a:noFill/>
          </a:ln>
        </p:spPr>
        <p:style>
          <a:lnRef idx="0">
            <a:scrgbClr r="0" g="0" b="0"/>
          </a:lnRef>
          <a:fillRef idx="0">
            <a:scrgbClr r="0" g="0" b="0"/>
          </a:fillRef>
          <a:effectRef idx="0">
            <a:scrgbClr r="0" g="0" b="0"/>
          </a:effectRef>
          <a:fontRef idx="minor"/>
        </p:style>
        <p:txBody>
          <a:bodyPr wrap="square" lIns="34290" tIns="33750" rIns="34290" bIns="33750" anchor="t">
            <a:spAutoFit/>
          </a:bodyPr>
          <a:lstStyle/>
          <a:p>
            <a:pPr>
              <a:spcBef>
                <a:spcPts val="599"/>
              </a:spcBef>
            </a:pPr>
            <a:endParaRPr lang="en-CA" sz="1400" spc="-1">
              <a:latin typeface="Arial"/>
            </a:endParaRPr>
          </a:p>
          <a:p>
            <a:pPr marL="342900" indent="-238140">
              <a:buClr>
                <a:srgbClr val="000000"/>
              </a:buClr>
              <a:buFont typeface="Times Roman"/>
              <a:buChar char="•"/>
            </a:pPr>
            <a:r>
              <a:rPr lang="en-US" sz="1400" spc="-1">
                <a:solidFill>
                  <a:srgbClr val="000000"/>
                </a:solidFill>
                <a:latin typeface="Times New Roman"/>
                <a:ea typeface="Times New Roman"/>
              </a:rPr>
              <a:t>Neurodiverse and want to explore your options and accommodations? Visit Student Accessibility Services: </a:t>
            </a:r>
            <a:r>
              <a:rPr lang="en-US" sz="1400" u="sng" spc="-1">
                <a:solidFill>
                  <a:srgbClr val="0000FF"/>
                </a:solidFill>
                <a:latin typeface="Times New Roman"/>
                <a:ea typeface="Times New Roman"/>
                <a:hlinkClick r:id="rId2"/>
              </a:rPr>
              <a:t>https://www.ucalgary.ca/student-services/access</a:t>
            </a:r>
            <a:endParaRPr lang="en-CA" sz="1400" spc="-1">
              <a:latin typeface="Arial"/>
            </a:endParaRPr>
          </a:p>
          <a:p>
            <a:pPr marL="342900" indent="-238140">
              <a:buClr>
                <a:srgbClr val="000000"/>
              </a:buClr>
              <a:buFont typeface="Times Roman"/>
              <a:buChar char="•"/>
            </a:pPr>
            <a:r>
              <a:rPr lang="en-US" sz="1400" spc="-1">
                <a:solidFill>
                  <a:srgbClr val="000000"/>
                </a:solidFill>
                <a:latin typeface="Times New Roman"/>
                <a:ea typeface="Times New Roman"/>
              </a:rPr>
              <a:t>Want more info on programs or services regarding Physical and/or Mental Health? </a:t>
            </a:r>
            <a:r>
              <a:rPr lang="en-US" sz="1400" u="sng" spc="-1">
                <a:solidFill>
                  <a:srgbClr val="0000FF"/>
                </a:solidFill>
                <a:latin typeface="Times New Roman"/>
                <a:ea typeface="Times New Roman"/>
                <a:hlinkClick r:id="rId3"/>
              </a:rPr>
              <a:t>https://www.ucalgary.ca/wellness-services</a:t>
            </a:r>
            <a:r>
              <a:rPr lang="en-US" sz="1400" spc="-1">
                <a:solidFill>
                  <a:srgbClr val="000000"/>
                </a:solidFill>
                <a:latin typeface="Times New Roman"/>
                <a:ea typeface="Times New Roman"/>
              </a:rPr>
              <a:t> and </a:t>
            </a:r>
            <a:r>
              <a:rPr lang="en-US" sz="1400" u="sng" spc="-1">
                <a:solidFill>
                  <a:srgbClr val="0000FF"/>
                </a:solidFill>
                <a:uFill>
                  <a:solidFill>
                    <a:srgbClr val="0000FF"/>
                  </a:solidFill>
                </a:uFill>
                <a:latin typeface="Times New Roman"/>
                <a:ea typeface="Times New Roman"/>
                <a:hlinkClick r:id="rId4"/>
              </a:rPr>
              <a:t>https://ucalgary.ca/mentalhealth/get-support/students</a:t>
            </a:r>
            <a:endParaRPr lang="en-CA" sz="1400" spc="-1">
              <a:latin typeface="Arial"/>
            </a:endParaRPr>
          </a:p>
          <a:p>
            <a:pPr marL="342900" indent="-238140">
              <a:buClr>
                <a:srgbClr val="000000"/>
              </a:buClr>
              <a:buFont typeface="Times Roman"/>
              <a:buChar char="•"/>
            </a:pPr>
            <a:r>
              <a:rPr lang="en-US" sz="1400" spc="-1">
                <a:solidFill>
                  <a:srgbClr val="000000"/>
                </a:solidFill>
                <a:latin typeface="Times New Roman"/>
                <a:ea typeface="Times New Roman"/>
              </a:rPr>
              <a:t>Self-help resources to stay on top of your mental well-being: </a:t>
            </a:r>
            <a:r>
              <a:rPr lang="en-US" sz="1400" u="sng" spc="-1">
                <a:solidFill>
                  <a:srgbClr val="0000FF"/>
                </a:solidFill>
                <a:uFill>
                  <a:solidFill>
                    <a:srgbClr val="0000FF"/>
                  </a:solidFill>
                </a:uFill>
                <a:latin typeface="Times New Roman"/>
                <a:ea typeface="Times New Roman"/>
                <a:hlinkClick r:id="rId5"/>
              </a:rPr>
              <a:t>https://www.ucalgary.ca/wellness-services/services/mental-health-services/self-help-resources</a:t>
            </a:r>
            <a:endParaRPr lang="en-CA" sz="1400" spc="-1">
              <a:latin typeface="Arial"/>
            </a:endParaRPr>
          </a:p>
          <a:p>
            <a:pPr marL="342900" indent="-238140">
              <a:buClr>
                <a:srgbClr val="000000"/>
              </a:buClr>
              <a:buFont typeface="Times Roman"/>
              <a:buChar char="•"/>
            </a:pPr>
            <a:r>
              <a:rPr lang="en-US" sz="1400" spc="-1">
                <a:solidFill>
                  <a:srgbClr val="000000"/>
                </a:solidFill>
                <a:latin typeface="Times New Roman"/>
                <a:ea typeface="Times New Roman"/>
              </a:rPr>
              <a:t>Need help with academics? Visit the Student Success Centre </a:t>
            </a:r>
            <a:r>
              <a:rPr lang="en-US" sz="1400" u="sng" spc="-1">
                <a:solidFill>
                  <a:srgbClr val="0000FF"/>
                </a:solidFill>
                <a:latin typeface="Times New Roman"/>
                <a:ea typeface="Times New Roman"/>
                <a:hlinkClick r:id="rId6"/>
              </a:rPr>
              <a:t>https://www.ucalgary.ca/student-services/student-success</a:t>
            </a:r>
            <a:endParaRPr lang="en-CA" sz="1400" spc="-1">
              <a:latin typeface="Arial"/>
            </a:endParaRPr>
          </a:p>
          <a:p>
            <a:pPr marL="342900" indent="-238140">
              <a:buClr>
                <a:srgbClr val="000000"/>
              </a:buClr>
              <a:buFont typeface="Times Roman"/>
              <a:buChar char="•"/>
            </a:pPr>
            <a:r>
              <a:rPr lang="en-US" sz="1400" spc="-1">
                <a:solidFill>
                  <a:srgbClr val="000000"/>
                </a:solidFill>
                <a:latin typeface="Times New Roman"/>
                <a:ea typeface="Times New Roman"/>
              </a:rPr>
              <a:t>Need academic improvement? </a:t>
            </a:r>
            <a:r>
              <a:rPr lang="en-US" sz="1400" u="sng" spc="-1">
                <a:solidFill>
                  <a:srgbClr val="0000FF"/>
                </a:solidFill>
                <a:uFill>
                  <a:solidFill>
                    <a:srgbClr val="0000FF"/>
                  </a:solidFill>
                </a:uFill>
                <a:latin typeface="Times New Roman"/>
                <a:ea typeface="Times New Roman"/>
                <a:hlinkClick r:id="rId7"/>
              </a:rPr>
              <a:t>https://www.ucalgary.ca/student-services/student-success/advising/academic-improvement</a:t>
            </a:r>
            <a:endParaRPr lang="en-CA" sz="1400" spc="-1">
              <a:latin typeface="Arial"/>
            </a:endParaRPr>
          </a:p>
          <a:p>
            <a:pPr marL="342900" indent="-238140">
              <a:buClr>
                <a:srgbClr val="000000"/>
              </a:buClr>
              <a:buFont typeface="Times Roman"/>
              <a:buChar char="•"/>
            </a:pPr>
            <a:r>
              <a:rPr lang="en-US" sz="1400" spc="-1">
                <a:solidFill>
                  <a:srgbClr val="000000"/>
                </a:solidFill>
                <a:latin typeface="Times New Roman"/>
                <a:ea typeface="Times New Roman"/>
              </a:rPr>
              <a:t>Need a tutor? </a:t>
            </a:r>
            <a:r>
              <a:rPr lang="en-US" sz="1400" u="sng" spc="-1">
                <a:solidFill>
                  <a:srgbClr val="0000FF"/>
                </a:solidFill>
                <a:uFill>
                  <a:solidFill>
                    <a:srgbClr val="0000FF"/>
                  </a:solidFill>
                </a:uFill>
                <a:latin typeface="Times New Roman"/>
                <a:ea typeface="Times New Roman"/>
                <a:hlinkClick r:id="rId8"/>
              </a:rPr>
              <a:t>https://www.su.ucalgary.ca/programs-services/student-programs/tutors/</a:t>
            </a:r>
            <a:endParaRPr lang="en-CA" sz="1400" spc="-1">
              <a:latin typeface="Arial"/>
            </a:endParaRPr>
          </a:p>
        </p:txBody>
      </p:sp>
      <p:sp>
        <p:nvSpPr>
          <p:cNvPr id="238" name="BUT we actually DO care!…"/>
          <p:cNvSpPr/>
          <p:nvPr/>
        </p:nvSpPr>
        <p:spPr>
          <a:xfrm>
            <a:off x="1043608" y="987574"/>
            <a:ext cx="7366244" cy="683712"/>
          </a:xfrm>
          <a:prstGeom prst="rect">
            <a:avLst/>
          </a:prstGeom>
          <a:noFill/>
          <a:ln w="12700">
            <a:noFill/>
          </a:ln>
        </p:spPr>
        <p:style>
          <a:lnRef idx="0">
            <a:scrgbClr r="0" g="0" b="0"/>
          </a:lnRef>
          <a:fillRef idx="0">
            <a:scrgbClr r="0" g="0" b="0"/>
          </a:fillRef>
          <a:effectRef idx="0">
            <a:scrgbClr r="0" g="0" b="0"/>
          </a:effectRef>
          <a:fontRef idx="minor"/>
        </p:style>
        <p:txBody>
          <a:bodyPr wrap="square" lIns="34290" tIns="33750" rIns="34290" bIns="33750" anchor="t">
            <a:spAutoFit/>
          </a:bodyPr>
          <a:lstStyle/>
          <a:p>
            <a:pPr>
              <a:spcBef>
                <a:spcPts val="599"/>
              </a:spcBef>
              <a:buClr>
                <a:srgbClr val="292934"/>
              </a:buClr>
            </a:pPr>
            <a:r>
              <a:rPr lang="en-US" sz="2000" spc="-1">
                <a:solidFill>
                  <a:srgbClr val="292934"/>
                </a:solidFill>
                <a:latin typeface="Arial"/>
                <a:ea typeface="DejaVu Sans"/>
              </a:rPr>
              <a:t>There are many resources offered that can help you through difficult spots</a:t>
            </a:r>
            <a:r>
              <a:rPr lang="en-CA" sz="2000" spc="-1">
                <a:solidFill>
                  <a:srgbClr val="292934"/>
                </a:solidFill>
                <a:latin typeface="Arial"/>
                <a:ea typeface="DejaVu Sans"/>
              </a:rPr>
              <a:t>:</a:t>
            </a:r>
            <a:endParaRPr lang="en-CA" sz="2000" spc="-1">
              <a:latin typeface="Arial"/>
            </a:endParaRPr>
          </a:p>
        </p:txBody>
      </p:sp>
      <p:sp>
        <p:nvSpPr>
          <p:cNvPr id="2" name="PlaceHolder 1">
            <a:extLst>
              <a:ext uri="{FF2B5EF4-FFF2-40B4-BE49-F238E27FC236}">
                <a16:creationId xmlns:a16="http://schemas.microsoft.com/office/drawing/2014/main" id="{3977FBAA-38D8-5812-B760-3C97EC121513}"/>
              </a:ext>
            </a:extLst>
          </p:cNvPr>
          <p:cNvSpPr txBox="1">
            <a:spLocks/>
          </p:cNvSpPr>
          <p:nvPr/>
        </p:nvSpPr>
        <p:spPr>
          <a:xfrm>
            <a:off x="1143000" y="308340"/>
            <a:ext cx="6171390" cy="556470"/>
          </a:xfrm>
          <a:prstGeom prst="rect">
            <a:avLst/>
          </a:prstGeom>
          <a:noFill/>
          <a:ln w="0">
            <a:noFill/>
          </a:ln>
        </p:spPr>
        <p:txBody>
          <a:bodyPr lIns="67500" tIns="33750" rIns="67500" bIns="33750" anchor="ctr">
            <a:noAutofit/>
          </a:bodyPr>
          <a:lstStyle>
            <a:lvl1pPr algn="l" defTabSz="914400" rtl="0" eaLnBrk="1" latinLnBrk="0" hangingPunct="1">
              <a:spcBef>
                <a:spcPct val="0"/>
              </a:spcBef>
              <a:buNone/>
              <a:defRPr sz="4400" kern="1200">
                <a:solidFill>
                  <a:schemeClr val="tx2"/>
                </a:solidFill>
                <a:latin typeface="+mj-lt"/>
                <a:ea typeface="+mj-ea"/>
                <a:cs typeface="+mj-cs"/>
              </a:defRPr>
            </a:lvl1pPr>
          </a:lstStyle>
          <a:p>
            <a:r>
              <a:rPr lang="en-CA" sz="2400" b="1" cap="small" spc="-75">
                <a:solidFill>
                  <a:srgbClr val="D2533C"/>
                </a:solidFill>
                <a:latin typeface="Arial"/>
              </a:rPr>
              <a:t>Resources Available</a:t>
            </a:r>
            <a:endParaRPr lang="en-CA" sz="2400"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942</Words>
  <Application>Microsoft Office PowerPoint</Application>
  <PresentationFormat>On-screen Show (16:9)</PresentationFormat>
  <Paragraphs>107</Paragraphs>
  <Slides>10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Arial</vt:lpstr>
      <vt:lpstr>Calibri</vt:lpstr>
      <vt:lpstr>StarSymbol</vt:lpstr>
      <vt:lpstr>Symbol</vt:lpstr>
      <vt:lpstr>Times New Roman</vt:lpstr>
      <vt:lpstr>Times Roman</vt:lpstr>
      <vt:lpstr>Wingdings</vt:lpstr>
      <vt:lpstr>Office Theme</vt:lpstr>
      <vt:lpstr>Welcome to PHYSICS 365</vt:lpstr>
      <vt:lpstr>PowerPoint Presentation</vt:lpstr>
      <vt:lpstr>PowerPoint Presentation</vt:lpstr>
      <vt:lpstr>PHYS 365 &amp; 369 Course Grade Rubric</vt:lpstr>
      <vt:lpstr>Physics 365 D2L Course Shell</vt:lpstr>
      <vt:lpstr>Textbook &amp; Achieve Code</vt:lpstr>
      <vt:lpstr>AI Homework Tutor Chatbot on Achieve</vt:lpstr>
      <vt:lpstr>Missed course components/conflicts</vt:lpstr>
      <vt:lpstr>University Important Dates:</vt:lpstr>
      <vt:lpstr>PowerPoint Presentation</vt:lpstr>
    </vt:vector>
  </TitlesOfParts>
  <Company>University of Calgary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 497 Lecture 1 - Introduction</dc:title>
  <dc:creator>Christopher Cully</dc:creator>
  <cp:lastModifiedBy>Timothy Andrew</cp:lastModifiedBy>
  <cp:revision>3</cp:revision>
  <dcterms:created xsi:type="dcterms:W3CDTF">2013-02-28T18:36:39Z</dcterms:created>
  <dcterms:modified xsi:type="dcterms:W3CDTF">2026-08-30T21:23:19Z</dcterms:modified>
</cp:coreProperties>
</file>