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67" r:id="rId3"/>
    <p:sldId id="279" r:id="rId4"/>
    <p:sldId id="278" r:id="rId5"/>
    <p:sldId id="277" r:id="rId6"/>
    <p:sldId id="28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565"/>
  </p:normalViewPr>
  <p:slideViewPr>
    <p:cSldViewPr>
      <p:cViewPr varScale="1">
        <p:scale>
          <a:sx n="113" d="100"/>
          <a:sy n="113" d="100"/>
        </p:scale>
        <p:origin x="160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A187C-F08A-4E95-AD4E-157BA55A8EA0}" type="datetimeFigureOut">
              <a:rPr lang="en-US" smtClean="0"/>
              <a:t>8/29/22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20D40-EACF-4ACC-ABB2-4C6462580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50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observing heated filament, try to look from side to see the red or orange color.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20D40-EACF-4ACC-ABB2-4C64625809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5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Carbon</a:t>
            </a:r>
            <a:r>
              <a:rPr lang="en-CA" baseline="0" dirty="0"/>
              <a:t> target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20D40-EACF-4ACC-ABB2-4C64625809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362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8/29/22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8/29/22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8/29/22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8/29/22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8/29/22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8/29/22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8/29/22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C02AE226-8185-4331-BFF7-EA5E9054DBDB}" type="datetimeFigureOut">
              <a:rPr lang="en-US" smtClean="0"/>
              <a:t>8/29/22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PHYS 365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9237" y="2142073"/>
            <a:ext cx="4169796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400">
                <a:solidFill>
                  <a:srgbClr val="0070C0"/>
                </a:solidFill>
              </a:rPr>
              <a:t>Experiment 5</a:t>
            </a:r>
            <a:endParaRPr lang="en-US" sz="4400" dirty="0">
              <a:solidFill>
                <a:srgbClr val="0070C0"/>
              </a:solidFill>
            </a:endParaRPr>
          </a:p>
          <a:p>
            <a:r>
              <a:rPr lang="en-CA" altLang="en-US" sz="4000" dirty="0"/>
              <a:t>Electron diffraction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3680956"/>
            <a:ext cx="5400000" cy="303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6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To demonstrate that electrons interact with a crystal in a manner consistent with waves rather than classical particles and produce a diffraction pattern.</a:t>
            </a:r>
          </a:p>
          <a:p>
            <a:pPr marL="82296" indent="0">
              <a:buNone/>
            </a:pPr>
            <a:endParaRPr lang="en-CA" dirty="0"/>
          </a:p>
          <a:p>
            <a:r>
              <a:rPr lang="en-CA" dirty="0"/>
              <a:t>To determine the lattice constants         of carbon.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694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Experimental set up – </a:t>
            </a:r>
            <a:br>
              <a:rPr lang="en-CA" dirty="0"/>
            </a:br>
            <a:r>
              <a:rPr lang="en-CA" dirty="0"/>
              <a:t>delicate handle with care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100" y="1738908"/>
            <a:ext cx="7499350" cy="4218384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7695" y="3848100"/>
            <a:ext cx="4676775" cy="2819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60823" y="1445347"/>
            <a:ext cx="1797050" cy="489364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CA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You are working with the high voltage (consider safety).</a:t>
            </a:r>
          </a:p>
          <a:p>
            <a:pPr algn="ctr"/>
            <a:r>
              <a:rPr lang="en-CA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Ask your TA to check your circuit before turning on the power supply.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794805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Geometry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35100" y="1738908"/>
            <a:ext cx="7499350" cy="4218384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b="49398"/>
          <a:stretch/>
        </p:blipFill>
        <p:spPr>
          <a:xfrm>
            <a:off x="3241964" y="4038600"/>
            <a:ext cx="3389376" cy="23925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t="57831"/>
          <a:stretch/>
        </p:blipFill>
        <p:spPr>
          <a:xfrm>
            <a:off x="6666738" y="4616865"/>
            <a:ext cx="2266950" cy="1333500"/>
          </a:xfrm>
          <a:prstGeom prst="rect">
            <a:avLst/>
          </a:prstGeom>
        </p:spPr>
      </p:pic>
      <p:sp>
        <p:nvSpPr>
          <p:cNvPr id="11" name="Right Triangle 10"/>
          <p:cNvSpPr/>
          <p:nvPr/>
        </p:nvSpPr>
        <p:spPr>
          <a:xfrm flipH="1">
            <a:off x="3505200" y="2057400"/>
            <a:ext cx="3049940" cy="914400"/>
          </a:xfrm>
          <a:prstGeom prst="rt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4936652" y="654229"/>
            <a:ext cx="1921968" cy="100031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21597" y="284897"/>
            <a:ext cx="193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Diffraction pattern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4150" y="1965424"/>
            <a:ext cx="1797050" cy="34163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CA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Accelerating potential should not be too small or too large. Otherwise it’s hard to observe the rings.</a:t>
            </a:r>
            <a:endParaRPr lang="en-CA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881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excel template from D2L to record all data and do calculations.</a:t>
            </a:r>
          </a:p>
          <a:p>
            <a:r>
              <a:rPr lang="en-US" dirty="0"/>
              <a:t>Upload to Dropbox</a:t>
            </a:r>
          </a:p>
          <a:p>
            <a:pPr marL="916686" lvl="1" indent="-514350">
              <a:buFont typeface="+mj-lt"/>
              <a:buAutoNum type="arabicPeriod"/>
            </a:pPr>
            <a:r>
              <a:rPr lang="en-US" dirty="0" err="1"/>
              <a:t>Template.xlxs</a:t>
            </a:r>
            <a:endParaRPr lang="en-US" dirty="0"/>
          </a:p>
          <a:p>
            <a:r>
              <a:rPr lang="en-US" dirty="0"/>
              <a:t>Finish and submit before you leave.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416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TA demonstration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524000"/>
            <a:ext cx="6400800" cy="4800600"/>
          </a:xfrm>
        </p:spPr>
      </p:pic>
    </p:spTree>
    <p:extLst>
      <p:ext uri="{BB962C8B-B14F-4D97-AF65-F5344CB8AC3E}">
        <p14:creationId xmlns:p14="http://schemas.microsoft.com/office/powerpoint/2010/main" val="42911750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500</TotalTime>
  <Words>147</Words>
  <Application>Microsoft Macintosh PowerPoint</Application>
  <PresentationFormat>On-screen Show (4:3)</PresentationFormat>
  <Paragraphs>23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Gill Sans MT</vt:lpstr>
      <vt:lpstr>Times New Roman</vt:lpstr>
      <vt:lpstr>Verdana</vt:lpstr>
      <vt:lpstr>Wingdings 2</vt:lpstr>
      <vt:lpstr>Solstice</vt:lpstr>
      <vt:lpstr>PHYS 365</vt:lpstr>
      <vt:lpstr>Objective</vt:lpstr>
      <vt:lpstr>Experimental set up –  delicate handle with care</vt:lpstr>
      <vt:lpstr>Geometry</vt:lpstr>
      <vt:lpstr>Lab report</vt:lpstr>
      <vt:lpstr>TA demonstration</vt:lpstr>
    </vt:vector>
  </TitlesOfParts>
  <Company>University of Manitoba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 1070</dc:title>
  <dc:creator>Marzena</dc:creator>
  <cp:lastModifiedBy>Shahpoor Moradi</cp:lastModifiedBy>
  <cp:revision>93</cp:revision>
  <dcterms:created xsi:type="dcterms:W3CDTF">2014-02-21T20:48:20Z</dcterms:created>
  <dcterms:modified xsi:type="dcterms:W3CDTF">2022-08-30T00:50:16Z</dcterms:modified>
</cp:coreProperties>
</file>